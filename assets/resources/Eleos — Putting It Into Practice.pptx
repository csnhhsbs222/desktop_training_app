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5F73"/>
    <a:srgbClr val="FBB7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39" d="100"/>
          <a:sy n="139" d="100"/>
        </p:scale>
        <p:origin x="176"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pher Fuqua" userId="b06e452ca8d47646" providerId="LiveId" clId="{FDC30CCB-931D-5803-897A-9D7300DA2EAE}"/>
    <pc:docChg chg="undo redo custSel modSld">
      <pc:chgData name="Topher Fuqua" userId="b06e452ca8d47646" providerId="LiveId" clId="{FDC30CCB-931D-5803-897A-9D7300DA2EAE}" dt="2026-06-11T02:47:20.032" v="423" actId="1076"/>
      <pc:docMkLst>
        <pc:docMk/>
      </pc:docMkLst>
      <pc:sldChg chg="delSp modSp mod">
        <pc:chgData name="Topher Fuqua" userId="b06e452ca8d47646" providerId="LiveId" clId="{FDC30CCB-931D-5803-897A-9D7300DA2EAE}" dt="2026-06-11T02:36:57.590" v="161" actId="20577"/>
        <pc:sldMkLst>
          <pc:docMk/>
          <pc:sldMk cId="0" sldId="266"/>
        </pc:sldMkLst>
        <pc:spChg chg="del mod">
          <ac:chgData name="Topher Fuqua" userId="b06e452ca8d47646" providerId="LiveId" clId="{FDC30CCB-931D-5803-897A-9D7300DA2EAE}" dt="2026-06-11T02:34:00.902" v="64" actId="478"/>
          <ac:spMkLst>
            <pc:docMk/>
            <pc:sldMk cId="0" sldId="266"/>
            <ac:spMk id="16" creationId="{00000000-0000-0000-0000-000000000000}"/>
          </ac:spMkLst>
        </pc:spChg>
        <pc:spChg chg="mod">
          <ac:chgData name="Topher Fuqua" userId="b06e452ca8d47646" providerId="LiveId" clId="{FDC30CCB-931D-5803-897A-9D7300DA2EAE}" dt="2026-06-11T02:36:57.590" v="161" actId="20577"/>
          <ac:spMkLst>
            <pc:docMk/>
            <pc:sldMk cId="0" sldId="266"/>
            <ac:spMk id="22" creationId="{00000000-0000-0000-0000-000000000000}"/>
          </ac:spMkLst>
        </pc:spChg>
        <pc:spChg chg="mod">
          <ac:chgData name="Topher Fuqua" userId="b06e452ca8d47646" providerId="LiveId" clId="{FDC30CCB-931D-5803-897A-9D7300DA2EAE}" dt="2026-06-11T02:33:33.876" v="53" actId="20577"/>
          <ac:spMkLst>
            <pc:docMk/>
            <pc:sldMk cId="0" sldId="266"/>
            <ac:spMk id="32" creationId="{00000000-0000-0000-0000-000000000000}"/>
          </ac:spMkLst>
        </pc:spChg>
        <pc:spChg chg="del">
          <ac:chgData name="Topher Fuqua" userId="b06e452ca8d47646" providerId="LiveId" clId="{FDC30CCB-931D-5803-897A-9D7300DA2EAE}" dt="2026-06-11T02:33:53.567" v="55" actId="478"/>
          <ac:spMkLst>
            <pc:docMk/>
            <pc:sldMk cId="0" sldId="266"/>
            <ac:spMk id="33" creationId="{00000000-0000-0000-0000-000000000000}"/>
          </ac:spMkLst>
        </pc:spChg>
        <pc:spChg chg="del mod">
          <ac:chgData name="Topher Fuqua" userId="b06e452ca8d47646" providerId="LiveId" clId="{FDC30CCB-931D-5803-897A-9D7300DA2EAE}" dt="2026-06-11T02:34:02.035" v="65" actId="478"/>
          <ac:spMkLst>
            <pc:docMk/>
            <pc:sldMk cId="0" sldId="266"/>
            <ac:spMk id="34" creationId="{00000000-0000-0000-0000-000000000000}"/>
          </ac:spMkLst>
        </pc:spChg>
        <pc:spChg chg="del mod">
          <ac:chgData name="Topher Fuqua" userId="b06e452ca8d47646" providerId="LiveId" clId="{FDC30CCB-931D-5803-897A-9D7300DA2EAE}" dt="2026-06-11T02:34:03.411" v="66" actId="478"/>
          <ac:spMkLst>
            <pc:docMk/>
            <pc:sldMk cId="0" sldId="266"/>
            <ac:spMk id="35" creationId="{00000000-0000-0000-0000-000000000000}"/>
          </ac:spMkLst>
        </pc:spChg>
        <pc:spChg chg="del">
          <ac:chgData name="Topher Fuqua" userId="b06e452ca8d47646" providerId="LiveId" clId="{FDC30CCB-931D-5803-897A-9D7300DA2EAE}" dt="2026-06-11T02:34:23.676" v="69" actId="478"/>
          <ac:spMkLst>
            <pc:docMk/>
            <pc:sldMk cId="0" sldId="266"/>
            <ac:spMk id="36" creationId="{00000000-0000-0000-0000-000000000000}"/>
          </ac:spMkLst>
        </pc:spChg>
        <pc:spChg chg="mod">
          <ac:chgData name="Topher Fuqua" userId="b06e452ca8d47646" providerId="LiveId" clId="{FDC30CCB-931D-5803-897A-9D7300DA2EAE}" dt="2026-06-11T02:30:09.112" v="15" actId="207"/>
          <ac:spMkLst>
            <pc:docMk/>
            <pc:sldMk cId="0" sldId="266"/>
            <ac:spMk id="37" creationId="{00000000-0000-0000-0000-000000000000}"/>
          </ac:spMkLst>
        </pc:spChg>
        <pc:spChg chg="mod">
          <ac:chgData name="Topher Fuqua" userId="b06e452ca8d47646" providerId="LiveId" clId="{FDC30CCB-931D-5803-897A-9D7300DA2EAE}" dt="2026-06-11T02:35:06.521" v="73" actId="1076"/>
          <ac:spMkLst>
            <pc:docMk/>
            <pc:sldMk cId="0" sldId="266"/>
            <ac:spMk id="39" creationId="{00000000-0000-0000-0000-000000000000}"/>
          </ac:spMkLst>
        </pc:spChg>
        <pc:spChg chg="mod">
          <ac:chgData name="Topher Fuqua" userId="b06e452ca8d47646" providerId="LiveId" clId="{FDC30CCB-931D-5803-897A-9D7300DA2EAE}" dt="2026-06-11T02:35:21.309" v="76" actId="1076"/>
          <ac:spMkLst>
            <pc:docMk/>
            <pc:sldMk cId="0" sldId="266"/>
            <ac:spMk id="40" creationId="{00000000-0000-0000-0000-000000000000}"/>
          </ac:spMkLst>
        </pc:spChg>
        <pc:spChg chg="del">
          <ac:chgData name="Topher Fuqua" userId="b06e452ca8d47646" providerId="LiveId" clId="{FDC30CCB-931D-5803-897A-9D7300DA2EAE}" dt="2026-06-11T02:35:40.718" v="79" actId="478"/>
          <ac:spMkLst>
            <pc:docMk/>
            <pc:sldMk cId="0" sldId="266"/>
            <ac:spMk id="42" creationId="{00000000-0000-0000-0000-000000000000}"/>
          </ac:spMkLst>
        </pc:spChg>
        <pc:spChg chg="mod">
          <ac:chgData name="Topher Fuqua" userId="b06e452ca8d47646" providerId="LiveId" clId="{FDC30CCB-931D-5803-897A-9D7300DA2EAE}" dt="2026-06-11T02:34:31.258" v="70" actId="1076"/>
          <ac:spMkLst>
            <pc:docMk/>
            <pc:sldMk cId="0" sldId="266"/>
            <ac:spMk id="44" creationId="{00000000-0000-0000-0000-000000000000}"/>
          </ac:spMkLst>
        </pc:spChg>
        <pc:spChg chg="mod">
          <ac:chgData name="Topher Fuqua" userId="b06e452ca8d47646" providerId="LiveId" clId="{FDC30CCB-931D-5803-897A-9D7300DA2EAE}" dt="2026-06-11T02:35:37.302" v="78" actId="1076"/>
          <ac:spMkLst>
            <pc:docMk/>
            <pc:sldMk cId="0" sldId="266"/>
            <ac:spMk id="45" creationId="{00000000-0000-0000-0000-000000000000}"/>
          </ac:spMkLst>
        </pc:spChg>
        <pc:spChg chg="del">
          <ac:chgData name="Topher Fuqua" userId="b06e452ca8d47646" providerId="LiveId" clId="{FDC30CCB-931D-5803-897A-9D7300DA2EAE}" dt="2026-06-11T02:27:57.369" v="0" actId="478"/>
          <ac:spMkLst>
            <pc:docMk/>
            <pc:sldMk cId="0" sldId="266"/>
            <ac:spMk id="46" creationId="{00000000-0000-0000-0000-000000000000}"/>
          </ac:spMkLst>
        </pc:spChg>
        <pc:spChg chg="mod">
          <ac:chgData name="Topher Fuqua" userId="b06e452ca8d47646" providerId="LiveId" clId="{FDC30CCB-931D-5803-897A-9D7300DA2EAE}" dt="2026-06-11T02:28:15.264" v="5" actId="20577"/>
          <ac:spMkLst>
            <pc:docMk/>
            <pc:sldMk cId="0" sldId="266"/>
            <ac:spMk id="48" creationId="{00000000-0000-0000-0000-000000000000}"/>
          </ac:spMkLst>
        </pc:spChg>
        <pc:spChg chg="mod">
          <ac:chgData name="Topher Fuqua" userId="b06e452ca8d47646" providerId="LiveId" clId="{FDC30CCB-931D-5803-897A-9D7300DA2EAE}" dt="2026-06-11T02:35:44.548" v="81" actId="1076"/>
          <ac:spMkLst>
            <pc:docMk/>
            <pc:sldMk cId="0" sldId="266"/>
            <ac:spMk id="49" creationId="{00000000-0000-0000-0000-000000000000}"/>
          </ac:spMkLst>
        </pc:spChg>
        <pc:spChg chg="mod">
          <ac:chgData name="Topher Fuqua" userId="b06e452ca8d47646" providerId="LiveId" clId="{FDC30CCB-931D-5803-897A-9D7300DA2EAE}" dt="2026-06-11T02:35:58.220" v="84" actId="14100"/>
          <ac:spMkLst>
            <pc:docMk/>
            <pc:sldMk cId="0" sldId="266"/>
            <ac:spMk id="50" creationId="{00000000-0000-0000-0000-000000000000}"/>
          </ac:spMkLst>
        </pc:spChg>
        <pc:picChg chg="mod">
          <ac:chgData name="Topher Fuqua" userId="b06e452ca8d47646" providerId="LiveId" clId="{FDC30CCB-931D-5803-897A-9D7300DA2EAE}" dt="2026-06-11T02:30:55.445" v="24" actId="1076"/>
          <ac:picMkLst>
            <pc:docMk/>
            <pc:sldMk cId="0" sldId="266"/>
            <ac:picMk id="38" creationId="{00000000-0000-0000-0000-000000000000}"/>
          </ac:picMkLst>
        </pc:picChg>
        <pc:picChg chg="del">
          <ac:chgData name="Topher Fuqua" userId="b06e452ca8d47646" providerId="LiveId" clId="{FDC30CCB-931D-5803-897A-9D7300DA2EAE}" dt="2026-06-11T02:35:42.254" v="80" actId="478"/>
          <ac:picMkLst>
            <pc:docMk/>
            <pc:sldMk cId="0" sldId="266"/>
            <ac:picMk id="43" creationId="{00000000-0000-0000-0000-000000000000}"/>
          </ac:picMkLst>
        </pc:picChg>
      </pc:sldChg>
      <pc:sldChg chg="delSp modSp mod">
        <pc:chgData name="Topher Fuqua" userId="b06e452ca8d47646" providerId="LiveId" clId="{FDC30CCB-931D-5803-897A-9D7300DA2EAE}" dt="2026-06-11T02:42:23.107" v="213" actId="1076"/>
        <pc:sldMkLst>
          <pc:docMk/>
          <pc:sldMk cId="0" sldId="268"/>
        </pc:sldMkLst>
        <pc:spChg chg="mod">
          <ac:chgData name="Topher Fuqua" userId="b06e452ca8d47646" providerId="LiveId" clId="{FDC30CCB-931D-5803-897A-9D7300DA2EAE}" dt="2026-06-11T02:41:51.099" v="206" actId="1076"/>
          <ac:spMkLst>
            <pc:docMk/>
            <pc:sldMk cId="0" sldId="268"/>
            <ac:spMk id="9" creationId="{00000000-0000-0000-0000-000000000000}"/>
          </ac:spMkLst>
        </pc:spChg>
        <pc:spChg chg="del">
          <ac:chgData name="Topher Fuqua" userId="b06e452ca8d47646" providerId="LiveId" clId="{FDC30CCB-931D-5803-897A-9D7300DA2EAE}" dt="2026-06-11T02:41:25.605" v="199" actId="478"/>
          <ac:spMkLst>
            <pc:docMk/>
            <pc:sldMk cId="0" sldId="268"/>
            <ac:spMk id="10" creationId="{00000000-0000-0000-0000-000000000000}"/>
          </ac:spMkLst>
        </pc:spChg>
        <pc:spChg chg="mod">
          <ac:chgData name="Topher Fuqua" userId="b06e452ca8d47646" providerId="LiveId" clId="{FDC30CCB-931D-5803-897A-9D7300DA2EAE}" dt="2026-06-11T02:42:10.360" v="210" actId="1076"/>
          <ac:spMkLst>
            <pc:docMk/>
            <pc:sldMk cId="0" sldId="268"/>
            <ac:spMk id="13" creationId="{00000000-0000-0000-0000-000000000000}"/>
          </ac:spMkLst>
        </pc:spChg>
        <pc:spChg chg="del">
          <ac:chgData name="Topher Fuqua" userId="b06e452ca8d47646" providerId="LiveId" clId="{FDC30CCB-931D-5803-897A-9D7300DA2EAE}" dt="2026-06-11T02:41:28.427" v="200" actId="478"/>
          <ac:spMkLst>
            <pc:docMk/>
            <pc:sldMk cId="0" sldId="268"/>
            <ac:spMk id="14" creationId="{00000000-0000-0000-0000-000000000000}"/>
          </ac:spMkLst>
        </pc:spChg>
        <pc:spChg chg="mod">
          <ac:chgData name="Topher Fuqua" userId="b06e452ca8d47646" providerId="LiveId" clId="{FDC30CCB-931D-5803-897A-9D7300DA2EAE}" dt="2026-06-11T02:40:50.684" v="196" actId="14100"/>
          <ac:spMkLst>
            <pc:docMk/>
            <pc:sldMk cId="0" sldId="268"/>
            <ac:spMk id="15" creationId="{00000000-0000-0000-0000-000000000000}"/>
          </ac:spMkLst>
        </pc:spChg>
        <pc:spChg chg="mod">
          <ac:chgData name="Topher Fuqua" userId="b06e452ca8d47646" providerId="LiveId" clId="{FDC30CCB-931D-5803-897A-9D7300DA2EAE}" dt="2026-06-11T02:41:38.798" v="203" actId="1076"/>
          <ac:spMkLst>
            <pc:docMk/>
            <pc:sldMk cId="0" sldId="268"/>
            <ac:spMk id="17" creationId="{00000000-0000-0000-0000-000000000000}"/>
          </ac:spMkLst>
        </pc:spChg>
        <pc:spChg chg="del mod">
          <ac:chgData name="Topher Fuqua" userId="b06e452ca8d47646" providerId="LiveId" clId="{FDC30CCB-931D-5803-897A-9D7300DA2EAE}" dt="2026-06-11T02:41:22.702" v="198" actId="478"/>
          <ac:spMkLst>
            <pc:docMk/>
            <pc:sldMk cId="0" sldId="268"/>
            <ac:spMk id="18" creationId="{00000000-0000-0000-0000-000000000000}"/>
          </ac:spMkLst>
        </pc:spChg>
        <pc:spChg chg="mod">
          <ac:chgData name="Topher Fuqua" userId="b06e452ca8d47646" providerId="LiveId" clId="{FDC30CCB-931D-5803-897A-9D7300DA2EAE}" dt="2026-06-11T02:42:23.107" v="213" actId="1076"/>
          <ac:spMkLst>
            <pc:docMk/>
            <pc:sldMk cId="0" sldId="268"/>
            <ac:spMk id="21" creationId="{00000000-0000-0000-0000-000000000000}"/>
          </ac:spMkLst>
        </pc:spChg>
        <pc:spChg chg="del">
          <ac:chgData name="Topher Fuqua" userId="b06e452ca8d47646" providerId="LiveId" clId="{FDC30CCB-931D-5803-897A-9D7300DA2EAE}" dt="2026-06-11T02:41:34.753" v="202" actId="478"/>
          <ac:spMkLst>
            <pc:docMk/>
            <pc:sldMk cId="0" sldId="268"/>
            <ac:spMk id="22" creationId="{00000000-0000-0000-0000-000000000000}"/>
          </ac:spMkLst>
        </pc:spChg>
        <pc:spChg chg="mod">
          <ac:chgData name="Topher Fuqua" userId="b06e452ca8d47646" providerId="LiveId" clId="{FDC30CCB-931D-5803-897A-9D7300DA2EAE}" dt="2026-06-11T02:42:07.733" v="209" actId="1076"/>
          <ac:spMkLst>
            <pc:docMk/>
            <pc:sldMk cId="0" sldId="268"/>
            <ac:spMk id="24" creationId="{00000000-0000-0000-0000-000000000000}"/>
          </ac:spMkLst>
        </pc:spChg>
        <pc:spChg chg="mod">
          <ac:chgData name="Topher Fuqua" userId="b06e452ca8d47646" providerId="LiveId" clId="{FDC30CCB-931D-5803-897A-9D7300DA2EAE}" dt="2026-06-11T02:42:14.481" v="211" actId="1076"/>
          <ac:spMkLst>
            <pc:docMk/>
            <pc:sldMk cId="0" sldId="268"/>
            <ac:spMk id="25" creationId="{00000000-0000-0000-0000-000000000000}"/>
          </ac:spMkLst>
        </pc:spChg>
        <pc:spChg chg="mod">
          <ac:chgData name="Topher Fuqua" userId="b06e452ca8d47646" providerId="LiveId" clId="{FDC30CCB-931D-5803-897A-9D7300DA2EAE}" dt="2026-06-11T02:42:20.240" v="212" actId="1076"/>
          <ac:spMkLst>
            <pc:docMk/>
            <pc:sldMk cId="0" sldId="268"/>
            <ac:spMk id="26" creationId="{00000000-0000-0000-0000-000000000000}"/>
          </ac:spMkLst>
        </pc:spChg>
      </pc:sldChg>
      <pc:sldChg chg="delSp modSp mod">
        <pc:chgData name="Topher Fuqua" userId="b06e452ca8d47646" providerId="LiveId" clId="{FDC30CCB-931D-5803-897A-9D7300DA2EAE}" dt="2026-06-11T02:47:20.032" v="423" actId="1076"/>
        <pc:sldMkLst>
          <pc:docMk/>
          <pc:sldMk cId="0" sldId="270"/>
        </pc:sldMkLst>
        <pc:spChg chg="mod">
          <ac:chgData name="Topher Fuqua" userId="b06e452ca8d47646" providerId="LiveId" clId="{FDC30CCB-931D-5803-897A-9D7300DA2EAE}" dt="2026-06-11T02:47:20.032" v="423" actId="1076"/>
          <ac:spMkLst>
            <pc:docMk/>
            <pc:sldMk cId="0" sldId="270"/>
            <ac:spMk id="8" creationId="{00000000-0000-0000-0000-000000000000}"/>
          </ac:spMkLst>
        </pc:spChg>
        <pc:spChg chg="mod">
          <ac:chgData name="Topher Fuqua" userId="b06e452ca8d47646" providerId="LiveId" clId="{FDC30CCB-931D-5803-897A-9D7300DA2EAE}" dt="2026-06-11T02:47:07.336" v="422" actId="1076"/>
          <ac:spMkLst>
            <pc:docMk/>
            <pc:sldMk cId="0" sldId="270"/>
            <ac:spMk id="10" creationId="{00000000-0000-0000-0000-000000000000}"/>
          </ac:spMkLst>
        </pc:spChg>
        <pc:spChg chg="mod">
          <ac:chgData name="Topher Fuqua" userId="b06e452ca8d47646" providerId="LiveId" clId="{FDC30CCB-931D-5803-897A-9D7300DA2EAE}" dt="2026-06-11T02:46:05.115" v="408" actId="1076"/>
          <ac:spMkLst>
            <pc:docMk/>
            <pc:sldMk cId="0" sldId="270"/>
            <ac:spMk id="11" creationId="{00000000-0000-0000-0000-000000000000}"/>
          </ac:spMkLst>
        </pc:spChg>
        <pc:spChg chg="del">
          <ac:chgData name="Topher Fuqua" userId="b06e452ca8d47646" providerId="LiveId" clId="{FDC30CCB-931D-5803-897A-9D7300DA2EAE}" dt="2026-06-11T02:44:00.281" v="312" actId="478"/>
          <ac:spMkLst>
            <pc:docMk/>
            <pc:sldMk cId="0" sldId="270"/>
            <ac:spMk id="12" creationId="{00000000-0000-0000-0000-000000000000}"/>
          </ac:spMkLst>
        </pc:spChg>
        <pc:spChg chg="mod">
          <ac:chgData name="Topher Fuqua" userId="b06e452ca8d47646" providerId="LiveId" clId="{FDC30CCB-931D-5803-897A-9D7300DA2EAE}" dt="2026-06-11T02:43:57.026" v="311" actId="20577"/>
          <ac:spMkLst>
            <pc:docMk/>
            <pc:sldMk cId="0" sldId="270"/>
            <ac:spMk id="13" creationId="{00000000-0000-0000-0000-000000000000}"/>
          </ac:spMkLst>
        </pc:spChg>
        <pc:spChg chg="del">
          <ac:chgData name="Topher Fuqua" userId="b06e452ca8d47646" providerId="LiveId" clId="{FDC30CCB-931D-5803-897A-9D7300DA2EAE}" dt="2026-06-11T02:44:03.536" v="313" actId="478"/>
          <ac:spMkLst>
            <pc:docMk/>
            <pc:sldMk cId="0" sldId="270"/>
            <ac:spMk id="14" creationId="{00000000-0000-0000-0000-000000000000}"/>
          </ac:spMkLst>
        </pc:spChg>
        <pc:spChg chg="mod">
          <ac:chgData name="Topher Fuqua" userId="b06e452ca8d47646" providerId="LiveId" clId="{FDC30CCB-931D-5803-897A-9D7300DA2EAE}" dt="2026-06-11T02:44:07.033" v="314" actId="20577"/>
          <ac:spMkLst>
            <pc:docMk/>
            <pc:sldMk cId="0" sldId="270"/>
            <ac:spMk id="15" creationId="{00000000-0000-0000-0000-000000000000}"/>
          </ac:spMkLst>
        </pc:spChg>
        <pc:spChg chg="mod">
          <ac:chgData name="Topher Fuqua" userId="b06e452ca8d47646" providerId="LiveId" clId="{FDC30CCB-931D-5803-897A-9D7300DA2EAE}" dt="2026-06-11T02:44:20.405" v="317" actId="1076"/>
          <ac:spMkLst>
            <pc:docMk/>
            <pc:sldMk cId="0" sldId="270"/>
            <ac:spMk id="16" creationId="{00000000-0000-0000-0000-000000000000}"/>
          </ac:spMkLst>
        </pc:spChg>
        <pc:spChg chg="mod">
          <ac:chgData name="Topher Fuqua" userId="b06e452ca8d47646" providerId="LiveId" clId="{FDC30CCB-931D-5803-897A-9D7300DA2EAE}" dt="2026-06-11T02:45:29.589" v="402" actId="20577"/>
          <ac:spMkLst>
            <pc:docMk/>
            <pc:sldMk cId="0" sldId="270"/>
            <ac:spMk id="17" creationId="{00000000-0000-0000-0000-000000000000}"/>
          </ac:spMkLst>
        </pc:spChg>
        <pc:spChg chg="mod">
          <ac:chgData name="Topher Fuqua" userId="b06e452ca8d47646" providerId="LiveId" clId="{FDC30CCB-931D-5803-897A-9D7300DA2EAE}" dt="2026-06-11T02:45:56.688" v="407" actId="1076"/>
          <ac:spMkLst>
            <pc:docMk/>
            <pc:sldMk cId="0" sldId="270"/>
            <ac:spMk id="18" creationId="{00000000-0000-0000-0000-000000000000}"/>
          </ac:spMkLst>
        </pc:spChg>
        <pc:spChg chg="mod">
          <ac:chgData name="Topher Fuqua" userId="b06e452ca8d47646" providerId="LiveId" clId="{FDC30CCB-931D-5803-897A-9D7300DA2EAE}" dt="2026-06-11T02:45:39.208" v="404" actId="1076"/>
          <ac:spMkLst>
            <pc:docMk/>
            <pc:sldMk cId="0" sldId="270"/>
            <ac:spMk id="19" creationId="{00000000-0000-0000-0000-000000000000}"/>
          </ac:spMkLst>
        </pc:spChg>
        <pc:spChg chg="mod">
          <ac:chgData name="Topher Fuqua" userId="b06e452ca8d47646" providerId="LiveId" clId="{FDC30CCB-931D-5803-897A-9D7300DA2EAE}" dt="2026-06-11T02:43:33.032" v="310" actId="1076"/>
          <ac:spMkLst>
            <pc:docMk/>
            <pc:sldMk cId="0" sldId="270"/>
            <ac:spMk id="32" creationId="{00000000-0000-0000-0000-000000000000}"/>
          </ac:spMkLst>
        </pc:spChg>
        <pc:spChg chg="mod">
          <ac:chgData name="Topher Fuqua" userId="b06e452ca8d47646" providerId="LiveId" clId="{FDC30CCB-931D-5803-897A-9D7300DA2EAE}" dt="2026-06-11T02:43:21.086" v="309" actId="20577"/>
          <ac:spMkLst>
            <pc:docMk/>
            <pc:sldMk cId="0" sldId="270"/>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015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svg"/></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svg"/></Relationships>
</file>

<file path=ppt/slides/_rels/slide7.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1.svg"/></Relationships>
</file>

<file path=ppt/slides/_rels/slide10.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1.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9.svg"/><Relationship Id="rId11" Type="http://schemas.openxmlformats.org/officeDocument/2006/relationships/image" Target="../media/image54.svg"/><Relationship Id="rId5" Type="http://schemas.openxmlformats.org/officeDocument/2006/relationships/image" Target="../media/image48.sv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svg"/></Relationships>
</file>

<file path=ppt/slides/_rels/slide1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13.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svg"/><Relationship Id="rId7" Type="http://schemas.openxmlformats.org/officeDocument/2006/relationships/image" Target="../media/image64.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61.svg"/><Relationship Id="rId9" Type="http://schemas.openxmlformats.org/officeDocument/2006/relationships/image" Target="../media/image66.svg"/></Relationships>
</file>

<file path=ppt/slides/_rels/slide15.xml.rels><?xml version="1.0" encoding="UTF-8" standalone="yes"?>
<Relationships xmlns="http://schemas.openxmlformats.org/package/2006/relationships"><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0.svg"/><Relationship Id="rId5" Type="http://schemas.openxmlformats.org/officeDocument/2006/relationships/image" Target="../media/image69.svg"/><Relationship Id="rId4" Type="http://schemas.openxmlformats.org/officeDocument/2006/relationships/image" Target="../media/image68.svg"/></Relationships>
</file>

<file path=ppt/slides/_rels/slide16.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4.svg"/><Relationship Id="rId4" Type="http://schemas.openxmlformats.org/officeDocument/2006/relationships/image" Target="../media/image73.sv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6572250" y="0"/>
            <a:ext cx="2571750" cy="2571750"/>
          </a:xfrm>
          <a:prstGeom prst="ellipse">
            <a:avLst/>
          </a:prstGeom>
          <a:solidFill>
            <a:srgbClr val="FFFFFF">
              <a:alpha val="3000"/>
            </a:srgbClr>
          </a:solidFill>
          <a:ln/>
        </p:spPr>
        <p:txBody>
          <a:bodyPr wrap="square" rtlCol="0" anchor="t"/>
          <a:lstStyle/>
          <a:p>
            <a:pPr marL="0" indent="0">
              <a:buNone/>
            </a:pPr>
            <a:endParaRPr lang="en-US" dirty="0"/>
          </a:p>
        </p:txBody>
      </p:sp>
      <p:sp>
        <p:nvSpPr>
          <p:cNvPr id="3" name="Text 1"/>
          <p:cNvSpPr/>
          <p:nvPr/>
        </p:nvSpPr>
        <p:spPr>
          <a:xfrm>
            <a:off x="0" y="3143250"/>
            <a:ext cx="2000250" cy="2000250"/>
          </a:xfrm>
          <a:prstGeom prst="ellipse">
            <a:avLst/>
          </a:prstGeom>
          <a:solidFill>
            <a:srgbClr val="FFFFFF">
              <a:alpha val="3000"/>
            </a:srgbClr>
          </a:solidFill>
          <a:ln/>
        </p:spPr>
        <p:txBody>
          <a:bodyPr wrap="square" rtlCol="0" anchor="t"/>
          <a:lstStyle/>
          <a:p>
            <a:pPr marL="0" indent="0">
              <a:buNone/>
            </a:pPr>
            <a:endParaRPr lang="en-US" dirty="0"/>
          </a:p>
        </p:txBody>
      </p:sp>
      <p:sp>
        <p:nvSpPr>
          <p:cNvPr id="4" name="Text 2"/>
          <p:cNvSpPr/>
          <p:nvPr/>
        </p:nvSpPr>
        <p:spPr>
          <a:xfrm>
            <a:off x="1357015" y="209862"/>
            <a:ext cx="6429970" cy="5143500"/>
          </a:xfrm>
          <a:prstGeom prst="ellipse">
            <a:avLst/>
          </a:prstGeom>
          <a:gradFill rotWithShape="1">
            <a:gsLst>
              <a:gs pos="0">
                <a:srgbClr val="FFFFFF">
                  <a:alpha val="3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43160" cy="5143500"/>
          </a:xfrm>
          <a:prstGeom prst="rect">
            <a:avLst/>
          </a:prstGeom>
          <a:gradFill rotWithShape="1">
            <a:gsLst>
              <a:gs pos="0">
                <a:srgbClr val="FAB753"/>
              </a:gs>
              <a:gs pos="100000">
                <a:srgbClr val="55A49C"/>
              </a:gs>
            </a:gsLst>
            <a:lin ang="5400000" scaled="1"/>
          </a:gradFill>
          <a:ln/>
        </p:spPr>
        <p:txBody>
          <a:bodyPr wrap="square" rtlCol="0" anchor="t"/>
          <a:lstStyle/>
          <a:p>
            <a:pPr marL="0" indent="0">
              <a:buNone/>
            </a:pPr>
            <a:endParaRPr lang="en-US" dirty="0"/>
          </a:p>
        </p:txBody>
      </p:sp>
      <p:sp>
        <p:nvSpPr>
          <p:cNvPr id="6" name="Text 4"/>
          <p:cNvSpPr/>
          <p:nvPr/>
        </p:nvSpPr>
        <p:spPr>
          <a:xfrm>
            <a:off x="571500" y="628650"/>
            <a:ext cx="8001000" cy="7590"/>
          </a:xfrm>
          <a:prstGeom prst="rect">
            <a:avLst/>
          </a:prstGeom>
          <a:solidFill>
            <a:srgbClr val="FAB753">
              <a:alpha val="35000"/>
            </a:srgbClr>
          </a:solidFill>
          <a:ln/>
        </p:spPr>
        <p:txBody>
          <a:bodyPr wrap="none" rtlCol="0" anchor="t"/>
          <a:lstStyle/>
          <a:p>
            <a:pPr marL="0" indent="0">
              <a:buNone/>
            </a:pPr>
            <a:endParaRPr lang="en-US" dirty="0"/>
          </a:p>
        </p:txBody>
      </p:sp>
      <p:sp>
        <p:nvSpPr>
          <p:cNvPr id="7" name="Text 5"/>
          <p:cNvSpPr/>
          <p:nvPr/>
        </p:nvSpPr>
        <p:spPr>
          <a:xfrm>
            <a:off x="571500" y="4507260"/>
            <a:ext cx="8001000" cy="7590"/>
          </a:xfrm>
          <a:prstGeom prst="rect">
            <a:avLst/>
          </a:prstGeom>
          <a:solidFill>
            <a:srgbClr val="FFFFFF">
              <a:alpha val="15000"/>
            </a:srgbClr>
          </a:solidFill>
          <a:ln/>
        </p:spPr>
        <p:txBody>
          <a:bodyPr wrap="none" rtlCol="0" anchor="t"/>
          <a:lstStyle/>
          <a:p>
            <a:pPr marL="0" indent="0">
              <a:buNone/>
            </a:pPr>
            <a:endParaRPr lang="en-US" dirty="0"/>
          </a:p>
        </p:txBody>
      </p:sp>
      <p:sp>
        <p:nvSpPr>
          <p:cNvPr id="8" name="Text 6"/>
          <p:cNvSpPr/>
          <p:nvPr/>
        </p:nvSpPr>
        <p:spPr>
          <a:xfrm>
            <a:off x="3175717" y="1380381"/>
            <a:ext cx="2792417" cy="129480"/>
          </a:xfrm>
          <a:prstGeom prst="rect">
            <a:avLst/>
          </a:prstGeom>
          <a:noFill/>
          <a:ln/>
        </p:spPr>
        <p:txBody>
          <a:bodyPr wrap="none" lIns="0" tIns="0" rIns="0" bIns="0" rtlCol="0" anchor="t"/>
          <a:lstStyle/>
          <a:p>
            <a:pPr marL="0" indent="0" algn="ctr">
              <a:lnSpc>
                <a:spcPts val="1020"/>
              </a:lnSpc>
              <a:buNone/>
            </a:pPr>
            <a:r>
              <a:rPr lang="en-US" sz="680" b="1" kern="0" spc="150" dirty="0">
                <a:solidFill>
                  <a:srgbClr val="FAB753"/>
                </a:solidFill>
                <a:latin typeface="Calibri" pitchFamily="34" charset="0"/>
                <a:ea typeface="Calibri" pitchFamily="34" charset="-122"/>
                <a:cs typeface="Calibri" pitchFamily="34" charset="-120"/>
              </a:rPr>
              <a:t>CENTERSTONE SCHOOL-BASED CLINICAL TRAINING SERIES</a:t>
            </a:r>
            <a:endParaRPr lang="en-US" sz="680" dirty="0"/>
          </a:p>
        </p:txBody>
      </p:sp>
      <p:sp>
        <p:nvSpPr>
          <p:cNvPr id="9" name="Text 7"/>
          <p:cNvSpPr/>
          <p:nvPr/>
        </p:nvSpPr>
        <p:spPr>
          <a:xfrm>
            <a:off x="4033986" y="1895773"/>
            <a:ext cx="342900" cy="7590"/>
          </a:xfrm>
          <a:prstGeom prst="rect">
            <a:avLst/>
          </a:prstGeom>
          <a:solidFill>
            <a:srgbClr val="FAB753">
              <a:alpha val="50000"/>
            </a:srgbClr>
          </a:solidFill>
          <a:ln/>
        </p:spPr>
        <p:txBody>
          <a:bodyPr wrap="none" rtlCol="0" anchor="t"/>
          <a:lstStyle/>
          <a:p>
            <a:pPr marL="0" indent="0">
              <a:buNone/>
            </a:pPr>
            <a:endParaRPr lang="en-US" dirty="0"/>
          </a:p>
        </p:txBody>
      </p:sp>
      <p:sp>
        <p:nvSpPr>
          <p:cNvPr id="10" name="Text 8"/>
          <p:cNvSpPr/>
          <p:nvPr/>
        </p:nvSpPr>
        <p:spPr>
          <a:xfrm>
            <a:off x="4447877"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1" name="Text 9"/>
          <p:cNvSpPr/>
          <p:nvPr/>
        </p:nvSpPr>
        <p:spPr>
          <a:xfrm>
            <a:off x="4554289"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2" name="Text 10"/>
          <p:cNvSpPr/>
          <p:nvPr/>
        </p:nvSpPr>
        <p:spPr>
          <a:xfrm>
            <a:off x="4660702"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3" name="Text 11"/>
          <p:cNvSpPr/>
          <p:nvPr/>
        </p:nvSpPr>
        <p:spPr>
          <a:xfrm>
            <a:off x="4767114" y="1895773"/>
            <a:ext cx="342900" cy="7590"/>
          </a:xfrm>
          <a:prstGeom prst="rect">
            <a:avLst/>
          </a:prstGeom>
          <a:solidFill>
            <a:srgbClr val="FAB753">
              <a:alpha val="50000"/>
            </a:srgbClr>
          </a:solidFill>
          <a:ln/>
        </p:spPr>
        <p:txBody>
          <a:bodyPr wrap="none" rtlCol="0" anchor="t"/>
          <a:lstStyle/>
          <a:p>
            <a:pPr marL="0" indent="0">
              <a:buNone/>
            </a:pPr>
            <a:endParaRPr lang="en-US" dirty="0"/>
          </a:p>
        </p:txBody>
      </p:sp>
      <p:sp>
        <p:nvSpPr>
          <p:cNvPr id="14" name="Text 12"/>
          <p:cNvSpPr/>
          <p:nvPr/>
        </p:nvSpPr>
        <p:spPr>
          <a:xfrm>
            <a:off x="3477023" y="2145953"/>
            <a:ext cx="2189805" cy="772120"/>
          </a:xfrm>
          <a:prstGeom prst="rect">
            <a:avLst/>
          </a:prstGeom>
          <a:noFill/>
          <a:ln/>
        </p:spPr>
        <p:txBody>
          <a:bodyPr wrap="none" lIns="0" tIns="0" rIns="0" bIns="0" rtlCol="0" anchor="t"/>
          <a:lstStyle/>
          <a:p>
            <a:pPr marL="0" indent="0" algn="ctr">
              <a:lnSpc>
                <a:spcPts val="6080"/>
              </a:lnSpc>
              <a:spcAft>
                <a:spcPts val="1800"/>
              </a:spcAft>
              <a:buNone/>
            </a:pPr>
            <a:r>
              <a:rPr lang="en-US" sz="6080" kern="0" spc="243" dirty="0">
                <a:solidFill>
                  <a:srgbClr val="FFFFFF"/>
                </a:solidFill>
                <a:latin typeface="Calibri Light" pitchFamily="34" charset="0"/>
                <a:ea typeface="Calibri Light" pitchFamily="34" charset="-122"/>
                <a:cs typeface="Calibri Light" pitchFamily="34" charset="-120"/>
              </a:rPr>
              <a:t>Eleos</a:t>
            </a:r>
            <a:endParaRPr lang="en-US" sz="6080" dirty="0"/>
          </a:p>
        </p:txBody>
      </p:sp>
      <p:sp>
        <p:nvSpPr>
          <p:cNvPr id="15" name="Text 13"/>
          <p:cNvSpPr/>
          <p:nvPr/>
        </p:nvSpPr>
        <p:spPr>
          <a:xfrm>
            <a:off x="3368105" y="3146673"/>
            <a:ext cx="2407642" cy="300930"/>
          </a:xfrm>
          <a:prstGeom prst="rect">
            <a:avLst/>
          </a:prstGeom>
          <a:noFill/>
          <a:ln/>
        </p:spPr>
        <p:txBody>
          <a:bodyPr wrap="none" lIns="0" tIns="0" rIns="0" bIns="0" rtlCol="0" anchor="t"/>
          <a:lstStyle/>
          <a:p>
            <a:pPr marL="0" indent="0" algn="ctr">
              <a:lnSpc>
                <a:spcPts val="2370"/>
              </a:lnSpc>
              <a:buNone/>
            </a:pPr>
            <a:r>
              <a:rPr lang="en-US" sz="1580" kern="0" spc="95" dirty="0">
                <a:solidFill>
                  <a:srgbClr val="55A49C"/>
                </a:solidFill>
                <a:latin typeface="Calibri Light" pitchFamily="34" charset="0"/>
                <a:ea typeface="Calibri Light" pitchFamily="34" charset="-122"/>
                <a:cs typeface="Calibri Light" pitchFamily="34" charset="-120"/>
              </a:rPr>
              <a:t>Putting It Into Practice</a:t>
            </a:r>
            <a:endParaRPr lang="en-US" sz="1580" dirty="0"/>
          </a:p>
        </p:txBody>
      </p:sp>
      <p:sp>
        <p:nvSpPr>
          <p:cNvPr id="16" name="Text 14"/>
          <p:cNvSpPr/>
          <p:nvPr/>
        </p:nvSpPr>
        <p:spPr>
          <a:xfrm>
            <a:off x="3839066" y="3547914"/>
            <a:ext cx="1465868" cy="215205"/>
          </a:xfrm>
          <a:prstGeom prst="rect">
            <a:avLst/>
          </a:prstGeom>
          <a:noFill/>
          <a:ln/>
        </p:spPr>
        <p:txBody>
          <a:bodyPr wrap="none" lIns="0" tIns="0" rIns="0" bIns="0" rtlCol="0" anchor="t"/>
          <a:lstStyle/>
          <a:p>
            <a:pPr marL="0" indent="0" algn="ctr">
              <a:lnSpc>
                <a:spcPts val="1695"/>
              </a:lnSpc>
              <a:buNone/>
            </a:pPr>
            <a:endParaRPr lang="en-US" sz="1130" dirty="0"/>
          </a:p>
        </p:txBody>
      </p:sp>
      <p:sp>
        <p:nvSpPr>
          <p:cNvPr id="17" name="Text 15"/>
          <p:cNvSpPr/>
          <p:nvPr/>
        </p:nvSpPr>
        <p:spPr>
          <a:xfrm>
            <a:off x="8272760" y="4762054"/>
            <a:ext cx="549086" cy="139005"/>
          </a:xfrm>
          <a:prstGeom prst="rect">
            <a:avLst/>
          </a:prstGeom>
          <a:noFill/>
          <a:ln/>
        </p:spPr>
        <p:txBody>
          <a:bodyPr wrap="none" lIns="0" tIns="0" rIns="0" bIns="0" rtlCol="0" anchor="t"/>
          <a:lstStyle/>
          <a:p>
            <a:pPr marL="0" indent="0" algn="l">
              <a:lnSpc>
                <a:spcPts val="1095"/>
              </a:lnSpc>
              <a:buNone/>
            </a:pPr>
            <a:r>
              <a:rPr lang="en-US" sz="730" kern="0" spc="58" dirty="0">
                <a:solidFill>
                  <a:srgbClr val="FFFFFF">
                    <a:alpha val="50000"/>
                  </a:srgbClr>
                </a:solidFill>
                <a:latin typeface="Calibri" pitchFamily="34" charset="0"/>
                <a:ea typeface="Calibri" pitchFamily="34" charset="-122"/>
                <a:cs typeface="Calibri" pitchFamily="34" charset="-120"/>
              </a:rPr>
              <a:t>June 2026</a:t>
            </a:r>
            <a:endParaRPr lang="en-US" sz="730" dirty="0"/>
          </a:p>
        </p:txBody>
      </p:sp>
      <p:sp>
        <p:nvSpPr>
          <p:cNvPr id="18" name="Text 16"/>
          <p:cNvSpPr/>
          <p:nvPr/>
        </p:nvSpPr>
        <p:spPr>
          <a:xfrm>
            <a:off x="372070" y="4843909"/>
            <a:ext cx="57150" cy="57150"/>
          </a:xfrm>
          <a:prstGeom prst="ellipse">
            <a:avLst/>
          </a:prstGeom>
          <a:solidFill>
            <a:srgbClr val="FAB753">
              <a:alpha val="60000"/>
            </a:srgbClr>
          </a:solidFill>
          <a:ln/>
        </p:spPr>
        <p:txBody>
          <a:bodyPr wrap="none" rtlCol="0" anchor="t"/>
          <a:lstStyle/>
          <a:p>
            <a:pPr marL="0" indent="0">
              <a:buNone/>
            </a:pPr>
            <a:endParaRPr lang="en-US" dirty="0"/>
          </a:p>
        </p:txBody>
      </p:sp>
      <p:sp>
        <p:nvSpPr>
          <p:cNvPr id="19" name="Text 17"/>
          <p:cNvSpPr/>
          <p:nvPr/>
        </p:nvSpPr>
        <p:spPr>
          <a:xfrm>
            <a:off x="500211" y="4868614"/>
            <a:ext cx="228600" cy="7590"/>
          </a:xfrm>
          <a:prstGeom prst="rect">
            <a:avLst/>
          </a:prstGeom>
          <a:solidFill>
            <a:srgbClr val="FFFFFF">
              <a:alpha val="25000"/>
            </a:srgbClr>
          </a:solidFill>
          <a:ln/>
        </p:spPr>
        <p:txBody>
          <a:bodyPr wrap="none" rtlCol="0" anchor="t"/>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57770" y="342900"/>
            <a:ext cx="3429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4" name="Text 2"/>
          <p:cNvSpPr/>
          <p:nvPr/>
        </p:nvSpPr>
        <p:spPr>
          <a:xfrm>
            <a:off x="257770" y="572691"/>
            <a:ext cx="2105323" cy="118021"/>
          </a:xfrm>
          <a:prstGeom prst="rect">
            <a:avLst/>
          </a:prstGeom>
          <a:noFill/>
          <a:ln/>
        </p:spPr>
        <p:txBody>
          <a:bodyPr wrap="none" lIns="0" tIns="0" rIns="0" bIns="0" rtlCol="0" anchor="t"/>
          <a:lstStyle/>
          <a:p>
            <a:pPr marL="0" indent="0" algn="l">
              <a:lnSpc>
                <a:spcPts val="930"/>
              </a:lnSpc>
              <a:buNone/>
            </a:pPr>
            <a:r>
              <a:rPr lang="en-US" sz="620" kern="0" spc="112" dirty="0">
                <a:solidFill>
                  <a:srgbClr val="FAB753">
                    <a:alpha val="90000"/>
                  </a:srgbClr>
                </a:solidFill>
                <a:latin typeface="Calibri Light" pitchFamily="34" charset="0"/>
                <a:ea typeface="Calibri Light" pitchFamily="34" charset="-122"/>
                <a:cs typeface="Calibri Light" pitchFamily="34" charset="-120"/>
              </a:rPr>
              <a:t>TRAINING SERIES</a:t>
            </a:r>
            <a:endParaRPr lang="en-US" sz="620" dirty="0"/>
          </a:p>
        </p:txBody>
      </p:sp>
      <p:sp>
        <p:nvSpPr>
          <p:cNvPr id="5" name="Text 3"/>
          <p:cNvSpPr/>
          <p:nvPr/>
        </p:nvSpPr>
        <p:spPr>
          <a:xfrm>
            <a:off x="257770" y="761702"/>
            <a:ext cx="1952208" cy="540693"/>
          </a:xfrm>
          <a:prstGeom prst="rect">
            <a:avLst/>
          </a:prstGeom>
          <a:noFill/>
          <a:ln/>
        </p:spPr>
        <p:txBody>
          <a:bodyPr wrap="square" lIns="0" tIns="0" rIns="0" bIns="0" rtlCol="0" anchor="ctr"/>
          <a:lstStyle/>
          <a:p>
            <a:pPr marL="0" indent="0" algn="l">
              <a:lnSpc>
                <a:spcPts val="2028"/>
              </a:lnSpc>
              <a:buNone/>
            </a:pPr>
            <a:r>
              <a:rPr lang="en-US" sz="1690" dirty="0">
                <a:solidFill>
                  <a:srgbClr val="FAB753"/>
                </a:solidFill>
                <a:latin typeface="Calibri Light" pitchFamily="34" charset="0"/>
                <a:ea typeface="Calibri Light" pitchFamily="34" charset="-122"/>
                <a:cs typeface="Calibri Light" pitchFamily="34" charset="-120"/>
              </a:rPr>
              <a:t>Putting It</a:t>
            </a:r>
            <a:br/>
            <a:r>
              <a:rPr lang="en-US" sz="1690" dirty="0">
                <a:solidFill>
                  <a:srgbClr val="FAB753"/>
                </a:solidFill>
                <a:latin typeface="Calibri Light" pitchFamily="34" charset="0"/>
                <a:ea typeface="Calibri Light" pitchFamily="34" charset="-122"/>
                <a:cs typeface="Calibri Light" pitchFamily="34" charset="-120"/>
              </a:rPr>
              <a:t>Into Practice</a:t>
            </a:r>
            <a:endParaRPr lang="en-US" sz="1690" dirty="0"/>
          </a:p>
        </p:txBody>
      </p:sp>
      <p:sp>
        <p:nvSpPr>
          <p:cNvPr id="6" name="Text 4"/>
          <p:cNvSpPr/>
          <p:nvPr/>
        </p:nvSpPr>
        <p:spPr>
          <a:xfrm>
            <a:off x="257770" y="1333798"/>
            <a:ext cx="2105323" cy="159990"/>
          </a:xfrm>
          <a:prstGeom prst="rect">
            <a:avLst/>
          </a:prstGeom>
          <a:noFill/>
          <a:ln/>
        </p:spPr>
        <p:txBody>
          <a:bodyPr wrap="none" lIns="0" tIns="0" rIns="0" bIns="0" rtlCol="0" anchor="t"/>
          <a:lstStyle/>
          <a:p>
            <a:pPr marL="0" indent="0" algn="l">
              <a:lnSpc>
                <a:spcPts val="1260"/>
              </a:lnSpc>
              <a:buNone/>
            </a:pPr>
            <a:r>
              <a:rPr lang="en-US" sz="840" b="1" kern="0" spc="34" dirty="0">
                <a:solidFill>
                  <a:srgbClr val="FFFFFF">
                    <a:alpha val="85000"/>
                  </a:srgbClr>
                </a:solidFill>
                <a:latin typeface="Calibri" pitchFamily="34" charset="0"/>
                <a:ea typeface="Calibri" pitchFamily="34" charset="-122"/>
                <a:cs typeface="Calibri" pitchFamily="34" charset="-120"/>
              </a:rPr>
              <a:t>Eleos Training</a:t>
            </a:r>
            <a:endParaRPr lang="en-US" sz="840" dirty="0"/>
          </a:p>
        </p:txBody>
      </p:sp>
      <p:sp>
        <p:nvSpPr>
          <p:cNvPr id="7" name="Text 5"/>
          <p:cNvSpPr/>
          <p:nvPr/>
        </p:nvSpPr>
        <p:spPr>
          <a:xfrm>
            <a:off x="257770" y="1694408"/>
            <a:ext cx="257770" cy="13841"/>
          </a:xfrm>
          <a:prstGeom prst="rect">
            <a:avLst/>
          </a:prstGeom>
          <a:solidFill>
            <a:srgbClr val="FFFFFF">
              <a:alpha val="25000"/>
            </a:srgbClr>
          </a:solidFill>
          <a:ln/>
        </p:spPr>
        <p:txBody>
          <a:bodyPr wrap="none" rtlCol="0" anchor="t"/>
          <a:lstStyle/>
          <a:p>
            <a:pPr marL="0" indent="0">
              <a:buNone/>
            </a:pPr>
            <a:endParaRPr lang="en-US" dirty="0"/>
          </a:p>
        </p:txBody>
      </p:sp>
      <p:sp>
        <p:nvSpPr>
          <p:cNvPr id="8" name="Text 6"/>
          <p:cNvSpPr/>
          <p:nvPr/>
        </p:nvSpPr>
        <p:spPr>
          <a:xfrm>
            <a:off x="257770" y="1879699"/>
            <a:ext cx="1952208" cy="481466"/>
          </a:xfrm>
          <a:prstGeom prst="rect">
            <a:avLst/>
          </a:prstGeom>
          <a:noFill/>
          <a:ln/>
        </p:spPr>
        <p:txBody>
          <a:bodyPr wrap="square" lIns="0" tIns="0" rIns="0" bIns="0" rtlCol="0" anchor="t"/>
          <a:lstStyle/>
          <a:p>
            <a:pPr marL="0" indent="0" algn="l">
              <a:lnSpc>
                <a:spcPts val="1204"/>
              </a:lnSpc>
              <a:buNone/>
            </a:pPr>
            <a:r>
              <a:rPr lang="en-US" sz="730" dirty="0">
                <a:solidFill>
                  <a:srgbClr val="FFFFFF">
                    <a:alpha val="80000"/>
                  </a:srgbClr>
                </a:solidFill>
                <a:latin typeface="Calibri" pitchFamily="34" charset="0"/>
                <a:ea typeface="Calibri" pitchFamily="34" charset="-122"/>
                <a:cs typeface="Calibri" pitchFamily="34" charset="-120"/>
              </a:rPr>
              <a:t>This training includes hands-on practice time, small group activities, and a live walkthrough of Eleos as a session tool.</a:t>
            </a:r>
            <a:endParaRPr lang="en-US" sz="730" dirty="0"/>
          </a:p>
        </p:txBody>
      </p:sp>
      <p:sp>
        <p:nvSpPr>
          <p:cNvPr id="9" name="Text 7"/>
          <p:cNvSpPr/>
          <p:nvPr/>
        </p:nvSpPr>
        <p:spPr>
          <a:xfrm>
            <a:off x="257770" y="4229249"/>
            <a:ext cx="1913930" cy="647356"/>
          </a:xfrm>
          <a:prstGeom prst="roundRect">
            <a:avLst>
              <a:gd name="adj" fmla="val 8828"/>
            </a:avLst>
          </a:prstGeom>
          <a:solidFill>
            <a:srgbClr val="FFFFFF">
              <a:alpha val="7000"/>
            </a:srgbClr>
          </a:solidFill>
          <a:ln w="9525">
            <a:solidFill>
              <a:srgbClr val="FAB753">
                <a:alpha val="30000"/>
              </a:srgbClr>
            </a:solidFill>
          </a:ln>
        </p:spPr>
        <p:txBody>
          <a:bodyPr wrap="square" lIns="114300" tIns="100330" rIns="114300" bIns="100330" rtlCol="0" anchor="t"/>
          <a:lstStyle/>
          <a:p>
            <a:pPr marL="0" indent="0" algn="l">
              <a:buNone/>
            </a:pPr>
            <a:r>
              <a:rPr lang="en-US" sz="560" kern="0" spc="67" dirty="0">
                <a:solidFill>
                  <a:srgbClr val="FAB753"/>
                </a:solidFill>
                <a:latin typeface="Calibri" pitchFamily="34" charset="0"/>
                <a:ea typeface="Calibri" pitchFamily="34" charset="-122"/>
                <a:cs typeface="Calibri" pitchFamily="34" charset="-120"/>
              </a:rPr>
              <a:t>SESSION FORMAT</a:t>
            </a:r>
            <a:endParaRPr lang="en-US" sz="560" dirty="0"/>
          </a:p>
          <a:p>
            <a:pPr marL="0" indent="0" algn="l">
              <a:buNone/>
            </a:pPr>
            <a:r>
              <a:rPr lang="en-US" sz="680" dirty="0">
                <a:solidFill>
                  <a:srgbClr val="FFFFFF"/>
                </a:solidFill>
                <a:latin typeface="Calibri" pitchFamily="34" charset="0"/>
                <a:ea typeface="Calibri" pitchFamily="34" charset="-122"/>
                <a:cs typeface="Calibri" pitchFamily="34" charset="-120"/>
              </a:rPr>
              <a:t>Hands-on practice &amp; small groups included throughout today's session.</a:t>
            </a:r>
            <a:endParaRPr lang="en-US" sz="560" dirty="0"/>
          </a:p>
        </p:txBody>
      </p:sp>
      <p:sp>
        <p:nvSpPr>
          <p:cNvPr id="11" name="Text 9"/>
          <p:cNvSpPr/>
          <p:nvPr/>
        </p:nvSpPr>
        <p:spPr>
          <a:xfrm>
            <a:off x="4454755" y="370954"/>
            <a:ext cx="6714530" cy="5143500"/>
          </a:xfrm>
          <a:prstGeom prst="rect">
            <a:avLst/>
          </a:prstGeom>
          <a:solidFill>
            <a:srgbClr val="FFFFFF"/>
          </a:solidFill>
          <a:ln/>
        </p:spPr>
        <p:txBody>
          <a:bodyPr wrap="square" rtlCol="0" anchor="t"/>
          <a:lstStyle/>
          <a:p>
            <a:pPr marL="0" indent="0">
              <a:buNone/>
            </a:pPr>
            <a:endParaRPr lang="en-US" dirty="0"/>
          </a:p>
        </p:txBody>
      </p:sp>
      <p:sp>
        <p:nvSpPr>
          <p:cNvPr id="12" name="Text 10"/>
          <p:cNvSpPr/>
          <p:nvPr/>
        </p:nvSpPr>
        <p:spPr>
          <a:xfrm>
            <a:off x="2801541" y="342454"/>
            <a:ext cx="57150" cy="57150"/>
          </a:xfrm>
          <a:prstGeom prst="ellipse">
            <a:avLst/>
          </a:prstGeom>
          <a:solidFill>
            <a:srgbClr val="FAB753"/>
          </a:solidFill>
          <a:ln/>
        </p:spPr>
        <p:txBody>
          <a:bodyPr wrap="none" rtlCol="0" anchor="t"/>
          <a:lstStyle/>
          <a:p>
            <a:pPr marL="0" indent="0">
              <a:buNone/>
            </a:pPr>
            <a:endParaRPr lang="en-US" dirty="0"/>
          </a:p>
        </p:txBody>
      </p:sp>
      <p:sp>
        <p:nvSpPr>
          <p:cNvPr id="13" name="Text 11"/>
          <p:cNvSpPr/>
          <p:nvPr/>
        </p:nvSpPr>
        <p:spPr>
          <a:xfrm>
            <a:off x="2929682" y="364034"/>
            <a:ext cx="285750" cy="13841"/>
          </a:xfrm>
          <a:prstGeom prst="roundRect">
            <a:avLst>
              <a:gd name="adj" fmla="val 55054"/>
            </a:avLst>
          </a:prstGeom>
          <a:solidFill>
            <a:srgbClr val="FAB753"/>
          </a:solidFill>
          <a:ln/>
        </p:spPr>
        <p:txBody>
          <a:bodyPr wrap="none" rtlCol="0" anchor="t"/>
          <a:lstStyle/>
          <a:p>
            <a:pPr marL="0" indent="0">
              <a:buNone/>
            </a:pPr>
            <a:endParaRPr lang="en-US" dirty="0"/>
          </a:p>
        </p:txBody>
      </p:sp>
      <p:sp>
        <p:nvSpPr>
          <p:cNvPr id="14" name="Text 12"/>
          <p:cNvSpPr/>
          <p:nvPr/>
        </p:nvSpPr>
        <p:spPr>
          <a:xfrm>
            <a:off x="3286423" y="314920"/>
            <a:ext cx="2128242" cy="112216"/>
          </a:xfrm>
          <a:prstGeom prst="rect">
            <a:avLst/>
          </a:prstGeom>
          <a:noFill/>
          <a:ln/>
        </p:spPr>
        <p:txBody>
          <a:bodyPr wrap="none" lIns="0" tIns="0" rIns="0" bIns="0" rtlCol="0" anchor="ctr"/>
          <a:lstStyle/>
          <a:p>
            <a:pPr marL="0" indent="0" algn="l">
              <a:lnSpc>
                <a:spcPts val="885"/>
              </a:lnSpc>
              <a:buNone/>
            </a:pPr>
            <a:r>
              <a:rPr lang="en-US" sz="590" b="1" kern="0" spc="71" dirty="0">
                <a:solidFill>
                  <a:srgbClr val="55A49C"/>
                </a:solidFill>
                <a:latin typeface="Calibri" pitchFamily="34" charset="0"/>
                <a:ea typeface="Calibri" pitchFamily="34" charset="-122"/>
                <a:cs typeface="Calibri" pitchFamily="34" charset="-120"/>
              </a:rPr>
              <a:t>CENTERSTONE CLINICAL TRAINING SERIES</a:t>
            </a:r>
            <a:endParaRPr lang="en-US" sz="590" dirty="0"/>
          </a:p>
        </p:txBody>
      </p:sp>
      <p:sp>
        <p:nvSpPr>
          <p:cNvPr id="15" name="Text 13"/>
          <p:cNvSpPr/>
          <p:nvPr/>
        </p:nvSpPr>
        <p:spPr>
          <a:xfrm>
            <a:off x="2801541" y="555278"/>
            <a:ext cx="6567428" cy="257175"/>
          </a:xfrm>
          <a:prstGeom prst="rect">
            <a:avLst/>
          </a:prstGeom>
          <a:noFill/>
          <a:ln/>
        </p:spPr>
        <p:txBody>
          <a:bodyPr wrap="none" lIns="0" tIns="0" rIns="0" bIns="0" rtlCol="0" anchor="t"/>
          <a:lstStyle/>
          <a:p>
            <a:pPr marL="0" indent="0" algn="l">
              <a:lnSpc>
                <a:spcPts val="2025"/>
              </a:lnSpc>
              <a:buNone/>
            </a:pPr>
            <a:r>
              <a:rPr lang="en-US" sz="1350" kern="0" spc="14" dirty="0">
                <a:solidFill>
                  <a:srgbClr val="1B5E72"/>
                </a:solidFill>
                <a:latin typeface="Calibri Light" pitchFamily="34" charset="0"/>
                <a:ea typeface="Calibri Light" pitchFamily="34" charset="-122"/>
                <a:cs typeface="Calibri Light" pitchFamily="34" charset="-120"/>
              </a:rPr>
              <a:t>Welcome to Today's Training</a:t>
            </a:r>
            <a:endParaRPr lang="en-US" sz="1350" dirty="0"/>
          </a:p>
        </p:txBody>
      </p:sp>
      <p:sp>
        <p:nvSpPr>
          <p:cNvPr id="16" name="Text 14"/>
          <p:cNvSpPr/>
          <p:nvPr/>
        </p:nvSpPr>
        <p:spPr>
          <a:xfrm>
            <a:off x="2801541" y="841623"/>
            <a:ext cx="5143500" cy="462320"/>
          </a:xfrm>
          <a:prstGeom prst="rect">
            <a:avLst/>
          </a:prstGeom>
          <a:noFill/>
          <a:ln/>
        </p:spPr>
        <p:txBody>
          <a:bodyPr wrap="square" lIns="0" tIns="0" rIns="0" bIns="0" rtlCol="0" anchor="ctr"/>
          <a:lstStyle/>
          <a:p>
            <a:pPr marL="0" indent="0" algn="l">
              <a:buNone/>
            </a:pPr>
            <a:r>
              <a:rPr lang="en-US" sz="730" dirty="0">
                <a:solidFill>
                  <a:srgbClr val="2C2C2C"/>
                </a:solidFill>
                <a:latin typeface="Calibri" pitchFamily="34" charset="0"/>
                <a:ea typeface="Calibri" pitchFamily="34" charset="-122"/>
                <a:cs typeface="Calibri" pitchFamily="34" charset="-120"/>
              </a:rPr>
              <a:t>In this session we will focus on how Eleos functions as a note-taker — not a note-writer — and how using it intentionally during sessions allows you to complete 90–100% of your documentation before the client leaves the room.</a:t>
            </a:r>
            <a:endParaRPr lang="en-US" sz="730" dirty="0"/>
          </a:p>
        </p:txBody>
      </p:sp>
      <p:sp>
        <p:nvSpPr>
          <p:cNvPr id="17" name="Text 15"/>
          <p:cNvSpPr/>
          <p:nvPr/>
        </p:nvSpPr>
        <p:spPr>
          <a:xfrm>
            <a:off x="2801541" y="1252389"/>
            <a:ext cx="5143500" cy="9525"/>
          </a:xfrm>
          <a:prstGeom prst="rect">
            <a:avLst/>
          </a:prstGeom>
          <a:solidFill>
            <a:srgbClr val="EAF4F4"/>
          </a:solidFill>
          <a:ln/>
        </p:spPr>
        <p:txBody>
          <a:bodyPr wrap="none" rtlCol="0" anchor="t"/>
          <a:lstStyle/>
          <a:p>
            <a:pPr marL="0" indent="0">
              <a:buNone/>
            </a:pPr>
            <a:endParaRPr lang="en-US" dirty="0"/>
          </a:p>
        </p:txBody>
      </p:sp>
      <p:sp>
        <p:nvSpPr>
          <p:cNvPr id="18" name="Text 16"/>
          <p:cNvSpPr/>
          <p:nvPr/>
        </p:nvSpPr>
        <p:spPr>
          <a:xfrm>
            <a:off x="2801541" y="1390055"/>
            <a:ext cx="6567428" cy="144810"/>
          </a:xfrm>
          <a:prstGeom prst="rect">
            <a:avLst/>
          </a:prstGeom>
          <a:noFill/>
          <a:ln/>
        </p:spPr>
        <p:txBody>
          <a:bodyPr wrap="none" lIns="0" tIns="0" rIns="0" bIns="0" rtlCol="0" anchor="t"/>
          <a:lstStyle/>
          <a:p>
            <a:pPr marL="0" indent="0" algn="l">
              <a:lnSpc>
                <a:spcPts val="1140"/>
              </a:lnSpc>
              <a:buNone/>
            </a:pPr>
            <a:r>
              <a:rPr lang="en-US" sz="760" b="1" kern="0" spc="8" dirty="0">
                <a:solidFill>
                  <a:srgbClr val="1B5E72"/>
                </a:solidFill>
                <a:latin typeface="Calibri" pitchFamily="34" charset="0"/>
                <a:ea typeface="Calibri" pitchFamily="34" charset="-122"/>
                <a:cs typeface="Calibri" pitchFamily="34" charset="-120"/>
              </a:rPr>
              <a:t>Objectives — By the end of this training you will be able to:</a:t>
            </a:r>
            <a:endParaRPr lang="en-US" sz="760" dirty="0"/>
          </a:p>
        </p:txBody>
      </p:sp>
      <p:sp>
        <p:nvSpPr>
          <p:cNvPr id="19" name="Text 17"/>
          <p:cNvSpPr/>
          <p:nvPr/>
        </p:nvSpPr>
        <p:spPr>
          <a:xfrm>
            <a:off x="2801541" y="1635175"/>
            <a:ext cx="5970389" cy="276374"/>
          </a:xfrm>
          <a:prstGeom prst="rect">
            <a:avLst/>
          </a:prstGeom>
          <a:solidFill>
            <a:srgbClr val="FAFEFE"/>
          </a:solidFill>
          <a:ln/>
        </p:spPr>
        <p:txBody>
          <a:bodyPr wrap="square" rtlCol="0" anchor="t"/>
          <a:lstStyle/>
          <a:p>
            <a:pPr marL="0" indent="0">
              <a:buNone/>
            </a:pPr>
            <a:endParaRPr lang="en-US" dirty="0"/>
          </a:p>
        </p:txBody>
      </p:sp>
      <p:sp>
        <p:nvSpPr>
          <p:cNvPr id="20" name="Text 18"/>
          <p:cNvSpPr/>
          <p:nvPr/>
        </p:nvSpPr>
        <p:spPr>
          <a:xfrm>
            <a:off x="2801541" y="1635175"/>
            <a:ext cx="19050" cy="276374"/>
          </a:xfrm>
          <a:prstGeom prst="rect">
            <a:avLst/>
          </a:prstGeom>
          <a:solidFill>
            <a:srgbClr val="EAF4F4"/>
          </a:solidFill>
          <a:ln/>
        </p:spPr>
        <p:txBody>
          <a:bodyPr wrap="square" rtlCol="0" anchor="t"/>
          <a:lstStyle/>
          <a:p>
            <a:pPr marL="0" indent="0">
              <a:buNone/>
            </a:pPr>
            <a:endParaRPr lang="en-US" dirty="0"/>
          </a:p>
        </p:txBody>
      </p:sp>
      <p:pic>
        <p:nvPicPr>
          <p:cNvPr id="2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7469" y="1690324"/>
            <a:ext cx="132588" cy="132588"/>
          </a:xfrm>
          <a:prstGeom prst="rect">
            <a:avLst/>
          </a:prstGeom>
        </p:spPr>
      </p:pic>
      <p:sp>
        <p:nvSpPr>
          <p:cNvPr id="22" name="Text 19"/>
          <p:cNvSpPr/>
          <p:nvPr/>
        </p:nvSpPr>
        <p:spPr>
          <a:xfrm>
            <a:off x="3106936" y="1720007"/>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01</a:t>
            </a:r>
            <a:endParaRPr lang="en-US" sz="620" dirty="0"/>
          </a:p>
        </p:txBody>
      </p:sp>
      <p:sp>
        <p:nvSpPr>
          <p:cNvPr id="23" name="Text 20"/>
          <p:cNvSpPr/>
          <p:nvPr/>
        </p:nvSpPr>
        <p:spPr>
          <a:xfrm>
            <a:off x="3335387" y="1706166"/>
            <a:ext cx="2315036" cy="134392"/>
          </a:xfrm>
          <a:prstGeom prst="rect">
            <a:avLst/>
          </a:prstGeom>
          <a:noFill/>
          <a:ln/>
        </p:spPr>
        <p:txBody>
          <a:bodyPr wrap="none" lIns="0" tIns="0" rIns="0" bIns="0" rtlCol="0" anchor="ctr"/>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Explain what Eleos captures and what it does not.</a:t>
            </a:r>
            <a:endParaRPr lang="en-US" sz="730" dirty="0"/>
          </a:p>
        </p:txBody>
      </p:sp>
      <p:sp>
        <p:nvSpPr>
          <p:cNvPr id="24" name="Text 21"/>
          <p:cNvSpPr/>
          <p:nvPr/>
        </p:nvSpPr>
        <p:spPr>
          <a:xfrm>
            <a:off x="2801541" y="1982539"/>
            <a:ext cx="5970389" cy="276374"/>
          </a:xfrm>
          <a:prstGeom prst="rect">
            <a:avLst/>
          </a:prstGeom>
          <a:solidFill>
            <a:srgbClr val="FAFEFE"/>
          </a:solidFill>
          <a:ln/>
        </p:spPr>
        <p:txBody>
          <a:bodyPr wrap="square" rtlCol="0" anchor="t"/>
          <a:lstStyle/>
          <a:p>
            <a:pPr marL="0" indent="0">
              <a:buNone/>
            </a:pPr>
            <a:endParaRPr lang="en-US" dirty="0"/>
          </a:p>
        </p:txBody>
      </p:sp>
      <p:sp>
        <p:nvSpPr>
          <p:cNvPr id="25" name="Text 22"/>
          <p:cNvSpPr/>
          <p:nvPr/>
        </p:nvSpPr>
        <p:spPr>
          <a:xfrm>
            <a:off x="2801541" y="1982539"/>
            <a:ext cx="19050" cy="276374"/>
          </a:xfrm>
          <a:prstGeom prst="rect">
            <a:avLst/>
          </a:prstGeom>
          <a:solidFill>
            <a:srgbClr val="EAF4F4"/>
          </a:solidFill>
          <a:ln/>
        </p:spPr>
        <p:txBody>
          <a:bodyPr wrap="square" rtlCol="0" anchor="t"/>
          <a:lstStyle/>
          <a:p>
            <a:pPr marL="0" indent="0">
              <a:buNone/>
            </a:pPr>
            <a:endParaRPr lang="en-US" dirty="0"/>
          </a:p>
        </p:txBody>
      </p:sp>
      <p:pic>
        <p:nvPicPr>
          <p:cNvPr id="2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97469" y="2037689"/>
            <a:ext cx="132588" cy="132588"/>
          </a:xfrm>
          <a:prstGeom prst="rect">
            <a:avLst/>
          </a:prstGeom>
        </p:spPr>
      </p:pic>
      <p:sp>
        <p:nvSpPr>
          <p:cNvPr id="27" name="Text 23"/>
          <p:cNvSpPr/>
          <p:nvPr/>
        </p:nvSpPr>
        <p:spPr>
          <a:xfrm>
            <a:off x="3106936" y="2067371"/>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02</a:t>
            </a:r>
            <a:endParaRPr lang="en-US" sz="620" dirty="0"/>
          </a:p>
        </p:txBody>
      </p:sp>
      <p:sp>
        <p:nvSpPr>
          <p:cNvPr id="28" name="Text 24"/>
          <p:cNvSpPr/>
          <p:nvPr/>
        </p:nvSpPr>
        <p:spPr>
          <a:xfrm>
            <a:off x="3335387" y="2053530"/>
            <a:ext cx="2837602" cy="134392"/>
          </a:xfrm>
          <a:prstGeom prst="rect">
            <a:avLst/>
          </a:prstGeom>
          <a:noFill/>
          <a:ln/>
        </p:spPr>
        <p:txBody>
          <a:bodyPr wrap="none" lIns="0" tIns="0" rIns="0" bIns="0" rtlCol="0" anchor="ctr"/>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Log in to Eleos and confirm it is working in Avatar TN NX Live.</a:t>
            </a:r>
            <a:endParaRPr lang="en-US" sz="730" dirty="0"/>
          </a:p>
        </p:txBody>
      </p:sp>
      <p:sp>
        <p:nvSpPr>
          <p:cNvPr id="29" name="Text 25"/>
          <p:cNvSpPr/>
          <p:nvPr/>
        </p:nvSpPr>
        <p:spPr>
          <a:xfrm>
            <a:off x="2801541" y="2329904"/>
            <a:ext cx="5970389" cy="276374"/>
          </a:xfrm>
          <a:prstGeom prst="rect">
            <a:avLst/>
          </a:prstGeom>
          <a:solidFill>
            <a:srgbClr val="FAFEFE"/>
          </a:solidFill>
          <a:ln/>
        </p:spPr>
        <p:txBody>
          <a:bodyPr wrap="square" rtlCol="0" anchor="t"/>
          <a:lstStyle/>
          <a:p>
            <a:pPr marL="0" indent="0">
              <a:buNone/>
            </a:pPr>
            <a:endParaRPr lang="en-US" dirty="0"/>
          </a:p>
        </p:txBody>
      </p:sp>
      <p:sp>
        <p:nvSpPr>
          <p:cNvPr id="30" name="Text 26"/>
          <p:cNvSpPr/>
          <p:nvPr/>
        </p:nvSpPr>
        <p:spPr>
          <a:xfrm>
            <a:off x="2801541" y="2329904"/>
            <a:ext cx="19050" cy="276374"/>
          </a:xfrm>
          <a:prstGeom prst="rect">
            <a:avLst/>
          </a:prstGeom>
          <a:solidFill>
            <a:srgbClr val="EAF4F4"/>
          </a:solidFill>
          <a:ln/>
        </p:spPr>
        <p:txBody>
          <a:bodyPr wrap="square" rtlCol="0" anchor="t"/>
          <a:lstStyle/>
          <a:p>
            <a:pPr marL="0" indent="0">
              <a:buNone/>
            </a:pPr>
            <a:endParaRPr lang="en-US"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97469" y="2385054"/>
            <a:ext cx="132588" cy="132588"/>
          </a:xfrm>
          <a:prstGeom prst="rect">
            <a:avLst/>
          </a:prstGeom>
        </p:spPr>
      </p:pic>
      <p:sp>
        <p:nvSpPr>
          <p:cNvPr id="32" name="Text 27"/>
          <p:cNvSpPr/>
          <p:nvPr/>
        </p:nvSpPr>
        <p:spPr>
          <a:xfrm>
            <a:off x="3106936" y="2414736"/>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03</a:t>
            </a:r>
            <a:endParaRPr lang="en-US" sz="620" dirty="0"/>
          </a:p>
        </p:txBody>
      </p:sp>
      <p:sp>
        <p:nvSpPr>
          <p:cNvPr id="33" name="Text 28"/>
          <p:cNvSpPr/>
          <p:nvPr/>
        </p:nvSpPr>
        <p:spPr>
          <a:xfrm>
            <a:off x="3335387" y="2400895"/>
            <a:ext cx="2515091" cy="134392"/>
          </a:xfrm>
          <a:prstGeom prst="rect">
            <a:avLst/>
          </a:prstGeom>
          <a:noFill/>
          <a:ln/>
        </p:spPr>
        <p:txBody>
          <a:bodyPr wrap="none" lIns="0" tIns="0" rIns="0" bIns="0" rtlCol="0" anchor="ctr"/>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Set up Eleos Mobile using the InTune Company Portal.</a:t>
            </a:r>
            <a:endParaRPr lang="en-US" sz="730" dirty="0"/>
          </a:p>
        </p:txBody>
      </p:sp>
      <p:sp>
        <p:nvSpPr>
          <p:cNvPr id="34" name="Text 29"/>
          <p:cNvSpPr/>
          <p:nvPr/>
        </p:nvSpPr>
        <p:spPr>
          <a:xfrm>
            <a:off x="2801541" y="2677269"/>
            <a:ext cx="5970389" cy="276374"/>
          </a:xfrm>
          <a:prstGeom prst="rect">
            <a:avLst/>
          </a:prstGeom>
          <a:solidFill>
            <a:srgbClr val="FAFEFE"/>
          </a:solidFill>
          <a:ln/>
        </p:spPr>
        <p:txBody>
          <a:bodyPr wrap="square" rtlCol="0" anchor="t"/>
          <a:lstStyle/>
          <a:p>
            <a:pPr marL="0" indent="0">
              <a:buNone/>
            </a:pPr>
            <a:endParaRPr lang="en-US" dirty="0"/>
          </a:p>
        </p:txBody>
      </p:sp>
      <p:sp>
        <p:nvSpPr>
          <p:cNvPr id="35" name="Text 30"/>
          <p:cNvSpPr/>
          <p:nvPr/>
        </p:nvSpPr>
        <p:spPr>
          <a:xfrm>
            <a:off x="2801541" y="2677269"/>
            <a:ext cx="19050" cy="276374"/>
          </a:xfrm>
          <a:prstGeom prst="rect">
            <a:avLst/>
          </a:prstGeom>
          <a:solidFill>
            <a:srgbClr val="EAF4F4"/>
          </a:solidFill>
          <a:ln/>
        </p:spPr>
        <p:txBody>
          <a:bodyPr wrap="square" rtlCol="0" anchor="t"/>
          <a:lstStyle/>
          <a:p>
            <a:pPr marL="0" indent="0">
              <a:buNone/>
            </a:pPr>
            <a:endParaRPr lang="en-US" dirty="0"/>
          </a:p>
        </p:txBody>
      </p:sp>
      <p:pic>
        <p:nvPicPr>
          <p:cNvPr id="3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97469" y="2732419"/>
            <a:ext cx="132588" cy="132588"/>
          </a:xfrm>
          <a:prstGeom prst="rect">
            <a:avLst/>
          </a:prstGeom>
        </p:spPr>
      </p:pic>
      <p:sp>
        <p:nvSpPr>
          <p:cNvPr id="37" name="Text 31"/>
          <p:cNvSpPr/>
          <p:nvPr/>
        </p:nvSpPr>
        <p:spPr>
          <a:xfrm>
            <a:off x="3106936" y="2762101"/>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04</a:t>
            </a:r>
            <a:endParaRPr lang="en-US" sz="620" dirty="0"/>
          </a:p>
        </p:txBody>
      </p:sp>
      <p:sp>
        <p:nvSpPr>
          <p:cNvPr id="38" name="Text 32"/>
          <p:cNvSpPr/>
          <p:nvPr/>
        </p:nvSpPr>
        <p:spPr>
          <a:xfrm>
            <a:off x="3335387" y="2748260"/>
            <a:ext cx="2507397" cy="134392"/>
          </a:xfrm>
          <a:prstGeom prst="rect">
            <a:avLst/>
          </a:prstGeom>
          <a:noFill/>
          <a:ln/>
        </p:spPr>
        <p:txBody>
          <a:bodyPr wrap="none" lIns="0" tIns="0" rIns="0" bIns="0" rtlCol="0" anchor="ctr"/>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Start and stop Eleos smoothly within a clinical session.</a:t>
            </a:r>
            <a:endParaRPr lang="en-US" sz="730" dirty="0"/>
          </a:p>
        </p:txBody>
      </p:sp>
      <p:sp>
        <p:nvSpPr>
          <p:cNvPr id="39" name="Text 33"/>
          <p:cNvSpPr/>
          <p:nvPr/>
        </p:nvSpPr>
        <p:spPr>
          <a:xfrm>
            <a:off x="2801541" y="3024634"/>
            <a:ext cx="5970389" cy="276374"/>
          </a:xfrm>
          <a:prstGeom prst="rect">
            <a:avLst/>
          </a:prstGeom>
          <a:solidFill>
            <a:srgbClr val="FAFEFE"/>
          </a:solidFill>
          <a:ln/>
        </p:spPr>
        <p:txBody>
          <a:bodyPr wrap="square" rtlCol="0" anchor="t"/>
          <a:lstStyle/>
          <a:p>
            <a:pPr marL="0" indent="0">
              <a:buNone/>
            </a:pPr>
            <a:endParaRPr lang="en-US" dirty="0"/>
          </a:p>
        </p:txBody>
      </p:sp>
      <p:sp>
        <p:nvSpPr>
          <p:cNvPr id="40" name="Text 34"/>
          <p:cNvSpPr/>
          <p:nvPr/>
        </p:nvSpPr>
        <p:spPr>
          <a:xfrm>
            <a:off x="2801541" y="3024634"/>
            <a:ext cx="19050" cy="276374"/>
          </a:xfrm>
          <a:prstGeom prst="rect">
            <a:avLst/>
          </a:prstGeom>
          <a:solidFill>
            <a:srgbClr val="EAF4F4"/>
          </a:solidFill>
          <a:ln/>
        </p:spPr>
        <p:txBody>
          <a:bodyPr wrap="square" rtlCol="0" anchor="t"/>
          <a:lstStyle/>
          <a:p>
            <a:pPr marL="0" indent="0">
              <a:buNone/>
            </a:pPr>
            <a:endParaRPr lang="en-US" dirty="0"/>
          </a:p>
        </p:txBody>
      </p:sp>
      <p:pic>
        <p:nvPicPr>
          <p:cNvPr id="4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97469" y="3079784"/>
            <a:ext cx="132588" cy="132588"/>
          </a:xfrm>
          <a:prstGeom prst="rect">
            <a:avLst/>
          </a:prstGeom>
        </p:spPr>
      </p:pic>
      <p:sp>
        <p:nvSpPr>
          <p:cNvPr id="42" name="Text 35"/>
          <p:cNvSpPr/>
          <p:nvPr/>
        </p:nvSpPr>
        <p:spPr>
          <a:xfrm>
            <a:off x="3106936" y="3109466"/>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05</a:t>
            </a:r>
            <a:endParaRPr lang="en-US" sz="620" dirty="0"/>
          </a:p>
        </p:txBody>
      </p:sp>
      <p:sp>
        <p:nvSpPr>
          <p:cNvPr id="43" name="Text 36"/>
          <p:cNvSpPr/>
          <p:nvPr/>
        </p:nvSpPr>
        <p:spPr>
          <a:xfrm>
            <a:off x="3335387" y="3095625"/>
            <a:ext cx="4420850" cy="134392"/>
          </a:xfrm>
          <a:prstGeom prst="rect">
            <a:avLst/>
          </a:prstGeom>
          <a:noFill/>
          <a:ln/>
        </p:spPr>
        <p:txBody>
          <a:bodyPr wrap="none" lIns="0" tIns="0" rIns="0" bIns="0" rtlCol="0" anchor="ctr"/>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Map Eleos outputs to your note template and complete documentation in session with your client.</a:t>
            </a:r>
            <a:endParaRPr lang="en-US" sz="7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0991" cy="5143500"/>
          </a:xfrm>
          <a:prstGeom prst="rect">
            <a:avLst/>
          </a:prstGeom>
          <a:solidFill>
            <a:srgbClr val="FAB753"/>
          </a:solidFill>
          <a:ln/>
        </p:spPr>
        <p:txBody>
          <a:bodyPr wrap="square" rtlCol="0" anchor="t"/>
          <a:lstStyle/>
          <a:p>
            <a:pPr marL="0" indent="0">
              <a:buNone/>
            </a:pPr>
            <a:endParaRPr lang="en-US" dirty="0"/>
          </a:p>
        </p:txBody>
      </p:sp>
      <p:sp>
        <p:nvSpPr>
          <p:cNvPr id="3" name="Text 1"/>
          <p:cNvSpPr/>
          <p:nvPr/>
        </p:nvSpPr>
        <p:spPr>
          <a:xfrm>
            <a:off x="70991" y="0"/>
            <a:ext cx="9073009" cy="43160"/>
          </a:xfrm>
          <a:prstGeom prst="rect">
            <a:avLst/>
          </a:prstGeom>
          <a:solidFill>
            <a:srgbClr val="1B5E72">
              <a:alpha val="18000"/>
            </a:srgbClr>
          </a:solidFill>
          <a:ln/>
        </p:spPr>
        <p:txBody>
          <a:bodyPr wrap="none" rtlCol="0" anchor="t"/>
          <a:lstStyle/>
          <a:p>
            <a:pPr marL="0" indent="0">
              <a:buNone/>
            </a:pPr>
            <a:endParaRPr lang="en-US" dirty="0"/>
          </a:p>
        </p:txBody>
      </p:sp>
      <p:sp>
        <p:nvSpPr>
          <p:cNvPr id="4" name="Text 2"/>
          <p:cNvSpPr/>
          <p:nvPr/>
        </p:nvSpPr>
        <p:spPr>
          <a:xfrm>
            <a:off x="6856809" y="0"/>
            <a:ext cx="1857970" cy="1286470"/>
          </a:xfrm>
          <a:prstGeom prst="ellipse">
            <a:avLst/>
          </a:prstGeom>
          <a:solidFill>
            <a:srgbClr val="1B5E72">
              <a:alpha val="9000"/>
            </a:srgbClr>
          </a:solidFill>
          <a:ln/>
        </p:spPr>
        <p:txBody>
          <a:bodyPr wrap="square" rtlCol="0" anchor="t"/>
          <a:lstStyle/>
          <a:p>
            <a:pPr marL="0" indent="0">
              <a:buNone/>
            </a:pPr>
            <a:endParaRPr lang="en-US" dirty="0"/>
          </a:p>
        </p:txBody>
      </p:sp>
      <p:sp>
        <p:nvSpPr>
          <p:cNvPr id="5" name="Text 3"/>
          <p:cNvSpPr/>
          <p:nvPr/>
        </p:nvSpPr>
        <p:spPr>
          <a:xfrm>
            <a:off x="7642920" y="3214539"/>
            <a:ext cx="1286470" cy="1286470"/>
          </a:xfrm>
          <a:prstGeom prst="ellipse">
            <a:avLst/>
          </a:prstGeom>
          <a:solidFill>
            <a:srgbClr val="1B5E72">
              <a:alpha val="5000"/>
            </a:srgbClr>
          </a:solidFill>
          <a:ln/>
        </p:spPr>
        <p:txBody>
          <a:bodyPr wrap="square" rtlCol="0" anchor="t"/>
          <a:lstStyle/>
          <a:p>
            <a:pPr marL="0" indent="0">
              <a:buNone/>
            </a:pPr>
            <a:endParaRPr lang="en-US" dirty="0"/>
          </a:p>
        </p:txBody>
      </p:sp>
      <p:sp>
        <p:nvSpPr>
          <p:cNvPr id="6" name="Text 4"/>
          <p:cNvSpPr/>
          <p:nvPr/>
        </p:nvSpPr>
        <p:spPr>
          <a:xfrm>
            <a:off x="285750" y="1428750"/>
            <a:ext cx="857250" cy="857250"/>
          </a:xfrm>
          <a:prstGeom prst="ellipse">
            <a:avLst/>
          </a:prstGeom>
          <a:solidFill>
            <a:srgbClr val="1B5E72">
              <a:alpha val="6000"/>
            </a:srgbClr>
          </a:solidFill>
          <a:ln/>
        </p:spPr>
        <p:txBody>
          <a:bodyPr wrap="square" rtlCol="0" anchor="t"/>
          <a:lstStyle/>
          <a:p>
            <a:pPr marL="0" indent="0">
              <a:buNone/>
            </a:pPr>
            <a:endParaRPr lang="en-US" dirty="0"/>
          </a:p>
        </p:txBody>
      </p:sp>
      <p:sp>
        <p:nvSpPr>
          <p:cNvPr id="7" name="Text 5"/>
          <p:cNvSpPr/>
          <p:nvPr/>
        </p:nvSpPr>
        <p:spPr>
          <a:xfrm>
            <a:off x="986846" y="867817"/>
            <a:ext cx="532723" cy="1143000"/>
          </a:xfrm>
          <a:prstGeom prst="rect">
            <a:avLst/>
          </a:prstGeom>
          <a:noFill/>
          <a:ln/>
        </p:spPr>
        <p:txBody>
          <a:bodyPr wrap="none" lIns="0" tIns="0" rIns="0" bIns="0" rtlCol="0" anchor="t"/>
          <a:lstStyle/>
          <a:p>
            <a:pPr marL="0" indent="0" algn="ctr">
              <a:lnSpc>
                <a:spcPts val="9000"/>
              </a:lnSpc>
              <a:buNone/>
            </a:pPr>
            <a:r>
              <a:rPr lang="en-US" sz="9000" dirty="0">
                <a:solidFill>
                  <a:srgbClr val="FAB753">
                    <a:alpha val="22000"/>
                  </a:srgbClr>
                </a:solidFill>
                <a:latin typeface="Georgia" pitchFamily="34" charset="0"/>
                <a:ea typeface="Georgia" pitchFamily="34" charset="-122"/>
                <a:cs typeface="Georgia" pitchFamily="34" charset="-120"/>
              </a:rPr>
              <a:t>“</a:t>
            </a:r>
            <a:endParaRPr lang="en-US" sz="9000" dirty="0"/>
          </a:p>
        </p:txBody>
      </p:sp>
      <p:sp>
        <p:nvSpPr>
          <p:cNvPr id="8" name="Text 6"/>
          <p:cNvSpPr/>
          <p:nvPr/>
        </p:nvSpPr>
        <p:spPr>
          <a:xfrm>
            <a:off x="1346284" y="1068437"/>
            <a:ext cx="6451431" cy="491579"/>
          </a:xfrm>
          <a:prstGeom prst="rect">
            <a:avLst/>
          </a:prstGeom>
          <a:noFill/>
          <a:ln/>
        </p:spPr>
        <p:txBody>
          <a:bodyPr wrap="none" lIns="0" tIns="0" rIns="0" bIns="0" rtlCol="0" anchor="t"/>
          <a:lstStyle/>
          <a:p>
            <a:pPr marL="0" indent="0" algn="ctr">
              <a:lnSpc>
                <a:spcPts val="2852"/>
              </a:lnSpc>
              <a:spcAft>
                <a:spcPts val="2030"/>
              </a:spcAft>
              <a:buNone/>
            </a:pPr>
            <a:r>
              <a:rPr lang="en-US" sz="2480" b="1" kern="0" spc="25" dirty="0">
                <a:solidFill>
                  <a:srgbClr val="1B5E72"/>
                </a:solidFill>
                <a:latin typeface="Calibri Light" pitchFamily="34" charset="0"/>
                <a:ea typeface="Calibri Light" pitchFamily="34" charset="-122"/>
                <a:cs typeface="Calibri Light" pitchFamily="34" charset="-120"/>
              </a:rPr>
              <a:t>Why This Training Matters</a:t>
            </a:r>
            <a:endParaRPr lang="en-US" sz="2480" dirty="0"/>
          </a:p>
        </p:txBody>
      </p:sp>
      <p:sp>
        <p:nvSpPr>
          <p:cNvPr id="9" name="Text 7"/>
          <p:cNvSpPr/>
          <p:nvPr/>
        </p:nvSpPr>
        <p:spPr>
          <a:xfrm>
            <a:off x="1584180" y="1817787"/>
            <a:ext cx="5975640" cy="757126"/>
          </a:xfrm>
          <a:prstGeom prst="rect">
            <a:avLst/>
          </a:prstGeom>
          <a:noFill/>
          <a:ln/>
        </p:spPr>
        <p:txBody>
          <a:bodyPr wrap="square" lIns="0" tIns="0" rIns="0" bIns="0" rtlCol="0" anchor="t"/>
          <a:lstStyle/>
          <a:p>
            <a:pPr marL="0" indent="0" algn="ctr">
              <a:lnSpc>
                <a:spcPts val="1892"/>
              </a:lnSpc>
              <a:buNone/>
            </a:pPr>
            <a:r>
              <a:rPr lang="en-US" sz="1100" dirty="0">
                <a:solidFill>
                  <a:srgbClr val="2C2C2C"/>
                </a:solidFill>
                <a:latin typeface="Calibri" pitchFamily="34" charset="0"/>
                <a:ea typeface="Calibri" pitchFamily="34" charset="-122"/>
                <a:cs typeface="Calibri" pitchFamily="34" charset="-120"/>
              </a:rPr>
              <a:t>Documentation should not follow you home. When Eleos is used as a note-taker during the session — not a task to complete afterward — therapists finish the day with their notes done, their clients more engaged, and their admin burden reduced.</a:t>
            </a:r>
            <a:endParaRPr lang="en-US" sz="1100" dirty="0"/>
          </a:p>
        </p:txBody>
      </p:sp>
      <p:sp>
        <p:nvSpPr>
          <p:cNvPr id="10" name="Text 8"/>
          <p:cNvSpPr/>
          <p:nvPr/>
        </p:nvSpPr>
        <p:spPr>
          <a:xfrm>
            <a:off x="4429125" y="2696319"/>
            <a:ext cx="285750" cy="13841"/>
          </a:xfrm>
          <a:prstGeom prst="roundRect">
            <a:avLst>
              <a:gd name="adj" fmla="val 100932"/>
            </a:avLst>
          </a:prstGeom>
          <a:solidFill>
            <a:srgbClr val="EAF4F4"/>
          </a:solidFill>
          <a:ln/>
        </p:spPr>
        <p:txBody>
          <a:bodyPr wrap="none" rtlCol="0" anchor="t"/>
          <a:lstStyle/>
          <a:p>
            <a:pPr marL="0" indent="0">
              <a:buNone/>
            </a:pPr>
            <a:endParaRPr lang="en-US" dirty="0"/>
          </a:p>
        </p:txBody>
      </p:sp>
      <p:sp>
        <p:nvSpPr>
          <p:cNvPr id="11" name="Text 9"/>
          <p:cNvSpPr/>
          <p:nvPr/>
        </p:nvSpPr>
        <p:spPr>
          <a:xfrm>
            <a:off x="1584180" y="2867620"/>
            <a:ext cx="5975640" cy="757126"/>
          </a:xfrm>
          <a:prstGeom prst="rect">
            <a:avLst/>
          </a:prstGeom>
          <a:noFill/>
          <a:ln/>
        </p:spPr>
        <p:txBody>
          <a:bodyPr wrap="square" lIns="0" tIns="0" rIns="0" bIns="0" rtlCol="0" anchor="t"/>
          <a:lstStyle/>
          <a:p>
            <a:pPr marL="0" indent="0" algn="ctr">
              <a:lnSpc>
                <a:spcPts val="1892"/>
              </a:lnSpc>
              <a:buNone/>
            </a:pPr>
            <a:r>
              <a:rPr lang="en-US" sz="1100" dirty="0">
                <a:solidFill>
                  <a:srgbClr val="2C2C2C"/>
                </a:solidFill>
                <a:latin typeface="Calibri" pitchFamily="34" charset="0"/>
                <a:ea typeface="Calibri" pitchFamily="34" charset="-122"/>
                <a:cs typeface="Calibri" pitchFamily="34" charset="-120"/>
              </a:rPr>
              <a:t>This training is about building a natural, confident workflow: starting Eleos before the first clinical question, letting it capture the session, and spending the final minutes of the appointment mapping outputs to the note template — together with the client.</a:t>
            </a:r>
            <a:endParaRPr lang="en-US" sz="1100" dirty="0"/>
          </a:p>
        </p:txBody>
      </p:sp>
      <p:sp>
        <p:nvSpPr>
          <p:cNvPr id="12" name="Text 10"/>
          <p:cNvSpPr/>
          <p:nvPr/>
        </p:nvSpPr>
        <p:spPr>
          <a:xfrm>
            <a:off x="70991" y="4657130"/>
            <a:ext cx="9073009" cy="486370"/>
          </a:xfrm>
          <a:prstGeom prst="rect">
            <a:avLst/>
          </a:prstGeom>
          <a:solidFill>
            <a:srgbClr val="FAB753"/>
          </a:solidFill>
          <a:ln/>
        </p:spPr>
        <p:txBody>
          <a:bodyPr wrap="square" rtlCol="0" anchor="t"/>
          <a:lstStyle/>
          <a:p>
            <a:pPr marL="0" indent="0">
              <a:buNone/>
            </a:pPr>
            <a:endParaRPr lang="en-US" dirty="0"/>
          </a:p>
        </p:txBody>
      </p:sp>
      <p:sp>
        <p:nvSpPr>
          <p:cNvPr id="13" name="Text 11"/>
          <p:cNvSpPr/>
          <p:nvPr/>
        </p:nvSpPr>
        <p:spPr>
          <a:xfrm>
            <a:off x="141982" y="4657130"/>
            <a:ext cx="43160" cy="486370"/>
          </a:xfrm>
          <a:prstGeom prst="rect">
            <a:avLst/>
          </a:prstGeom>
          <a:solidFill>
            <a:srgbClr val="1B5E72">
              <a:alpha val="25000"/>
            </a:srgbClr>
          </a:solidFill>
          <a:ln/>
        </p:spPr>
        <p:txBody>
          <a:bodyPr wrap="square" rtlCol="0" anchor="t"/>
          <a:lstStyle/>
          <a:p>
            <a:pPr marL="0" indent="0">
              <a:buNone/>
            </a:pPr>
            <a:endParaRPr lang="en-US" dirty="0"/>
          </a:p>
        </p:txBody>
      </p:sp>
      <p:sp>
        <p:nvSpPr>
          <p:cNvPr id="14" name="Text 12"/>
          <p:cNvSpPr/>
          <p:nvPr/>
        </p:nvSpPr>
        <p:spPr>
          <a:xfrm>
            <a:off x="8461028" y="4614565"/>
            <a:ext cx="266440" cy="571500"/>
          </a:xfrm>
          <a:prstGeom prst="rect">
            <a:avLst/>
          </a:prstGeom>
          <a:noFill/>
          <a:ln/>
        </p:spPr>
        <p:txBody>
          <a:bodyPr wrap="none" lIns="0" tIns="0" rIns="0" bIns="0" rtlCol="0" anchor="ctr"/>
          <a:lstStyle/>
          <a:p>
            <a:pPr marL="0" indent="0" algn="l">
              <a:lnSpc>
                <a:spcPts val="4500"/>
              </a:lnSpc>
              <a:buNone/>
            </a:pPr>
            <a:r>
              <a:rPr lang="en-US" sz="4500" dirty="0">
                <a:solidFill>
                  <a:srgbClr val="1B5E72"/>
                </a:solidFill>
                <a:latin typeface="Georgia" pitchFamily="34" charset="0"/>
                <a:ea typeface="Georgia" pitchFamily="34" charset="-122"/>
                <a:cs typeface="Georgia" pitchFamily="34" charset="-120"/>
              </a:rPr>
              <a:t>”</a:t>
            </a:r>
            <a:endParaRPr lang="en-US" sz="4500" dirty="0"/>
          </a:p>
        </p:txBody>
      </p:sp>
      <p:sp>
        <p:nvSpPr>
          <p:cNvPr id="15" name="Text 13"/>
          <p:cNvSpPr/>
          <p:nvPr/>
        </p:nvSpPr>
        <p:spPr>
          <a:xfrm>
            <a:off x="2144055" y="4782145"/>
            <a:ext cx="4926881" cy="236190"/>
          </a:xfrm>
          <a:prstGeom prst="rect">
            <a:avLst/>
          </a:prstGeom>
          <a:noFill/>
          <a:ln/>
        </p:spPr>
        <p:txBody>
          <a:bodyPr wrap="none" lIns="0" tIns="0" rIns="0" bIns="0" rtlCol="0" anchor="ctr"/>
          <a:lstStyle/>
          <a:p>
            <a:pPr marL="0" indent="0" algn="ctr">
              <a:lnSpc>
                <a:spcPts val="1860"/>
              </a:lnSpc>
              <a:buNone/>
            </a:pPr>
            <a:r>
              <a:rPr lang="en-US" sz="1240" b="1" dirty="0">
                <a:solidFill>
                  <a:srgbClr val="1B5E72"/>
                </a:solidFill>
                <a:latin typeface="Calibri Light" pitchFamily="34" charset="0"/>
                <a:ea typeface="Calibri Light" pitchFamily="34" charset="-122"/>
                <a:cs typeface="Calibri Light" pitchFamily="34" charset="-120"/>
              </a:rPr>
              <a:t>Less time on paperwork. More time on what matters.</a:t>
            </a:r>
            <a:endParaRPr lang="en-US" sz="124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0721" y="4833946"/>
            <a:ext cx="132588" cy="132588"/>
          </a:xfrm>
          <a:prstGeom prst="rect">
            <a:avLst/>
          </a:prstGeom>
        </p:spPr>
      </p:pic>
      <p:sp>
        <p:nvSpPr>
          <p:cNvPr id="17" name="Text 14"/>
          <p:cNvSpPr/>
          <p:nvPr/>
        </p:nvSpPr>
        <p:spPr>
          <a:xfrm>
            <a:off x="1499890" y="1068437"/>
            <a:ext cx="571500" cy="29170"/>
          </a:xfrm>
          <a:prstGeom prst="roundRect">
            <a:avLst>
              <a:gd name="adj" fmla="val 47892"/>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71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400050" y="124718"/>
            <a:ext cx="2442039" cy="321915"/>
          </a:xfrm>
          <a:prstGeom prst="rect">
            <a:avLst/>
          </a:prstGeom>
          <a:noFill/>
          <a:ln/>
        </p:spPr>
        <p:txBody>
          <a:bodyPr wrap="none" lIns="0" tIns="0" rIns="0" bIns="0" rtlCol="0" anchor="ctr"/>
          <a:lstStyle/>
          <a:p>
            <a:pPr marL="0" indent="0" algn="l">
              <a:lnSpc>
                <a:spcPts val="2535"/>
              </a:lnSpc>
              <a:buNone/>
            </a:pPr>
            <a:r>
              <a:rPr lang="en-US" sz="1690" b="1" dirty="0">
                <a:solidFill>
                  <a:srgbClr val="FFFFFF"/>
                </a:solidFill>
                <a:latin typeface="Calibri" pitchFamily="34" charset="0"/>
                <a:ea typeface="Calibri" pitchFamily="34" charset="-122"/>
                <a:cs typeface="Calibri" pitchFamily="34" charset="-120"/>
              </a:rPr>
              <a:t>TRAINING PURPOSE</a:t>
            </a:r>
            <a:endParaRPr lang="en-US" sz="1690" dirty="0"/>
          </a:p>
        </p:txBody>
      </p:sp>
      <p:sp>
        <p:nvSpPr>
          <p:cNvPr id="4" name="Text 2"/>
          <p:cNvSpPr/>
          <p:nvPr/>
        </p:nvSpPr>
        <p:spPr>
          <a:xfrm>
            <a:off x="6794302" y="210443"/>
            <a:ext cx="2144613" cy="150465"/>
          </a:xfrm>
          <a:prstGeom prst="rect">
            <a:avLst/>
          </a:prstGeom>
          <a:noFill/>
          <a:ln/>
        </p:spPr>
        <p:txBody>
          <a:bodyPr wrap="none" lIns="0" tIns="0" rIns="0" bIns="0" rtlCol="0" anchor="ctr"/>
          <a:lstStyle/>
          <a:p>
            <a:pPr marL="0" indent="0" algn="l">
              <a:lnSpc>
                <a:spcPts val="1185"/>
              </a:lnSpc>
              <a:buNone/>
            </a:pPr>
            <a:r>
              <a:rPr lang="en-US" sz="790" dirty="0">
                <a:solidFill>
                  <a:srgbClr val="FFFFFF">
                    <a:alpha val="55000"/>
                  </a:srgbClr>
                </a:solidFill>
                <a:latin typeface="Calibri Light" pitchFamily="34" charset="0"/>
                <a:ea typeface="Calibri Light" pitchFamily="34" charset="-122"/>
                <a:cs typeface="Calibri Light" pitchFamily="34" charset="-120"/>
              </a:rPr>
              <a:t>ELEOS CLINICAL TRAINING SERIES</a:t>
            </a:r>
            <a:endParaRPr lang="en-US" sz="790" dirty="0"/>
          </a:p>
        </p:txBody>
      </p:sp>
      <p:sp>
        <p:nvSpPr>
          <p:cNvPr id="5" name="Text 3"/>
          <p:cNvSpPr/>
          <p:nvPr/>
        </p:nvSpPr>
        <p:spPr>
          <a:xfrm>
            <a:off x="400050" y="829270"/>
            <a:ext cx="1553914" cy="4085630"/>
          </a:xfrm>
          <a:prstGeom prst="roundRect">
            <a:avLst>
              <a:gd name="adj" fmla="val 6457"/>
            </a:avLst>
          </a:prstGeom>
          <a:solidFill>
            <a:srgbClr val="EAF4F4"/>
          </a:solidFill>
          <a:ln/>
        </p:spPr>
        <p:txBody>
          <a:bodyPr wrap="square" rtlCol="0" anchor="t"/>
          <a:lstStyle/>
          <a:p>
            <a:pPr marL="0" indent="0">
              <a:buNone/>
            </a:pPr>
            <a:endParaRPr lang="en-US" dirty="0"/>
          </a:p>
        </p:txBody>
      </p:sp>
      <p:sp>
        <p:nvSpPr>
          <p:cNvPr id="6" name="Text 4"/>
          <p:cNvSpPr/>
          <p:nvPr/>
        </p:nvSpPr>
        <p:spPr>
          <a:xfrm>
            <a:off x="400050" y="829270"/>
            <a:ext cx="1553914" cy="28575"/>
          </a:xfrm>
          <a:custGeom>
            <a:avLst/>
            <a:gdLst/>
            <a:ahLst/>
            <a:cxnLst/>
            <a:rect l="l" t="t" r="r" b="b"/>
            <a:pathLst>
              <a:path w="1553914" h="28575">
                <a:moveTo>
                  <a:pt x="100330" y="0"/>
                </a:moveTo>
                <a:lnTo>
                  <a:pt x="73797" y="3572"/>
                </a:lnTo>
                <a:lnTo>
                  <a:pt x="63149" y="7144"/>
                </a:lnTo>
                <a:lnTo>
                  <a:pt x="55215" y="10716"/>
                </a:lnTo>
                <a:lnTo>
                  <a:pt x="48727" y="14288"/>
                </a:lnTo>
                <a:lnTo>
                  <a:pt x="43192" y="17859"/>
                </a:lnTo>
                <a:lnTo>
                  <a:pt x="38353" y="21431"/>
                </a:lnTo>
                <a:lnTo>
                  <a:pt x="34058" y="25003"/>
                </a:lnTo>
                <a:lnTo>
                  <a:pt x="30206" y="28575"/>
                </a:lnTo>
                <a:lnTo>
                  <a:pt x="1523708" y="28575"/>
                </a:lnTo>
                <a:lnTo>
                  <a:pt x="1519857" y="25003"/>
                </a:lnTo>
                <a:lnTo>
                  <a:pt x="1515561" y="21431"/>
                </a:lnTo>
                <a:lnTo>
                  <a:pt x="1510722" y="17859"/>
                </a:lnTo>
                <a:lnTo>
                  <a:pt x="1505187" y="14288"/>
                </a:lnTo>
                <a:lnTo>
                  <a:pt x="1498700" y="10716"/>
                </a:lnTo>
                <a:lnTo>
                  <a:pt x="1490766" y="7144"/>
                </a:lnTo>
                <a:lnTo>
                  <a:pt x="1480117" y="3572"/>
                </a:lnTo>
                <a:lnTo>
                  <a:pt x="1453585" y="0"/>
                </a:lnTo>
                <a:close/>
              </a:path>
            </a:pathLst>
          </a:custGeom>
          <a:solidFill>
            <a:srgbClr val="FAB753"/>
          </a:solidFill>
          <a:ln/>
        </p:spPr>
        <p:txBody>
          <a:bodyPr wrap="none" rtlCol="0" anchor="t"/>
          <a:lstStyle/>
          <a:p>
            <a:pPr marL="0" indent="0">
              <a:buNone/>
            </a:pPr>
            <a:endParaRPr lang="en-US" dirty="0"/>
          </a:p>
        </p:txBody>
      </p:sp>
      <p:sp>
        <p:nvSpPr>
          <p:cNvPr id="7" name="Text 5"/>
          <p:cNvSpPr/>
          <p:nvPr/>
        </p:nvSpPr>
        <p:spPr>
          <a:xfrm>
            <a:off x="1711672" y="958155"/>
            <a:ext cx="125566"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Light" pitchFamily="34" charset="0"/>
                <a:ea typeface="Calibri Light" pitchFamily="34" charset="-122"/>
                <a:cs typeface="Calibri Light" pitchFamily="34" charset="-120"/>
              </a:rPr>
              <a:t>01</a:t>
            </a:r>
            <a:endParaRPr lang="en-US" sz="730" dirty="0"/>
          </a:p>
        </p:txBody>
      </p:sp>
      <p:sp>
        <p:nvSpPr>
          <p:cNvPr id="8" name="Text 6"/>
          <p:cNvSpPr/>
          <p:nvPr/>
        </p:nvSpPr>
        <p:spPr>
          <a:xfrm>
            <a:off x="571500" y="1072455"/>
            <a:ext cx="372070" cy="372070"/>
          </a:xfrm>
          <a:prstGeom prst="roundRect">
            <a:avLst>
              <a:gd name="adj" fmla="val 23211"/>
            </a:avLst>
          </a:prstGeom>
          <a:solidFill>
            <a:srgbClr val="1B5E72"/>
          </a:solidFill>
          <a:ln/>
        </p:spPr>
        <p:txBody>
          <a:bodyPr wrap="squar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8032" y="1188988"/>
            <a:ext cx="139005" cy="139005"/>
          </a:xfrm>
          <a:prstGeom prst="rect">
            <a:avLst/>
          </a:prstGeom>
        </p:spPr>
      </p:pic>
      <p:sp>
        <p:nvSpPr>
          <p:cNvPr id="10" name="Text 7"/>
          <p:cNvSpPr/>
          <p:nvPr/>
        </p:nvSpPr>
        <p:spPr>
          <a:xfrm>
            <a:off x="571500" y="1572667"/>
            <a:ext cx="2286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1" name="Text 8"/>
          <p:cNvSpPr/>
          <p:nvPr/>
        </p:nvSpPr>
        <p:spPr>
          <a:xfrm>
            <a:off x="571500" y="1694557"/>
            <a:ext cx="1015990"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Confirm Access</a:t>
            </a:r>
            <a:endParaRPr lang="en-US" sz="960" dirty="0"/>
          </a:p>
        </p:txBody>
      </p:sp>
      <p:sp>
        <p:nvSpPr>
          <p:cNvPr id="12" name="Text 9"/>
          <p:cNvSpPr/>
          <p:nvPr/>
        </p:nvSpPr>
        <p:spPr>
          <a:xfrm>
            <a:off x="571500" y="1911697"/>
            <a:ext cx="1235235" cy="503969"/>
          </a:xfrm>
          <a:prstGeom prst="rect">
            <a:avLst/>
          </a:prstGeom>
          <a:noFill/>
          <a:ln/>
        </p:spPr>
        <p:txBody>
          <a:bodyPr wrap="square" lIns="0" tIns="0" rIns="0" bIns="0" rtlCol="0" anchor="t"/>
          <a:lstStyle/>
          <a:p>
            <a:pPr marL="0" indent="0" algn="l">
              <a:lnSpc>
                <a:spcPts val="1260"/>
              </a:lnSpc>
              <a:buNone/>
            </a:pPr>
            <a:r>
              <a:rPr lang="en-US" sz="840" dirty="0">
                <a:solidFill>
                  <a:srgbClr val="3A5A60"/>
                </a:solidFill>
                <a:latin typeface="Calibri" pitchFamily="34" charset="0"/>
                <a:ea typeface="Calibri" pitchFamily="34" charset="-122"/>
                <a:cs typeface="Calibri" pitchFamily="34" charset="-120"/>
              </a:rPr>
              <a:t>Ensure Eleos is working in Avatar: TN NX Live before your first session.</a:t>
            </a:r>
            <a:endParaRPr lang="en-US" sz="840" dirty="0"/>
          </a:p>
        </p:txBody>
      </p:sp>
      <p:sp>
        <p:nvSpPr>
          <p:cNvPr id="13" name="Text 10"/>
          <p:cNvSpPr/>
          <p:nvPr/>
        </p:nvSpPr>
        <p:spPr>
          <a:xfrm>
            <a:off x="2097435" y="829270"/>
            <a:ext cx="1554063" cy="4085630"/>
          </a:xfrm>
          <a:prstGeom prst="roundRect">
            <a:avLst>
              <a:gd name="adj" fmla="val 6456"/>
            </a:avLst>
          </a:prstGeom>
          <a:solidFill>
            <a:srgbClr val="EAF4F4"/>
          </a:solidFill>
          <a:ln/>
        </p:spPr>
        <p:txBody>
          <a:bodyPr wrap="square" rtlCol="0" anchor="t"/>
          <a:lstStyle/>
          <a:p>
            <a:pPr marL="0" indent="0">
              <a:buNone/>
            </a:pPr>
            <a:endParaRPr lang="en-US" dirty="0"/>
          </a:p>
        </p:txBody>
      </p:sp>
      <p:sp>
        <p:nvSpPr>
          <p:cNvPr id="14" name="Text 11"/>
          <p:cNvSpPr/>
          <p:nvPr/>
        </p:nvSpPr>
        <p:spPr>
          <a:xfrm>
            <a:off x="2097435" y="829270"/>
            <a:ext cx="1554063" cy="28575"/>
          </a:xfrm>
          <a:custGeom>
            <a:avLst/>
            <a:gdLst/>
            <a:ahLst/>
            <a:cxnLst/>
            <a:rect l="l" t="t" r="r" b="b"/>
            <a:pathLst>
              <a:path w="1554063" h="28575">
                <a:moveTo>
                  <a:pt x="100330" y="0"/>
                </a:moveTo>
                <a:lnTo>
                  <a:pt x="73797" y="3572"/>
                </a:lnTo>
                <a:lnTo>
                  <a:pt x="63149" y="7144"/>
                </a:lnTo>
                <a:lnTo>
                  <a:pt x="55215" y="10716"/>
                </a:lnTo>
                <a:lnTo>
                  <a:pt x="48727" y="14288"/>
                </a:lnTo>
                <a:lnTo>
                  <a:pt x="43192" y="17859"/>
                </a:lnTo>
                <a:lnTo>
                  <a:pt x="38353" y="21431"/>
                </a:lnTo>
                <a:lnTo>
                  <a:pt x="34058" y="25003"/>
                </a:lnTo>
                <a:lnTo>
                  <a:pt x="30206" y="28575"/>
                </a:lnTo>
                <a:lnTo>
                  <a:pt x="1523857" y="28575"/>
                </a:lnTo>
                <a:lnTo>
                  <a:pt x="1520005" y="25003"/>
                </a:lnTo>
                <a:lnTo>
                  <a:pt x="1515710" y="21431"/>
                </a:lnTo>
                <a:lnTo>
                  <a:pt x="1510871" y="17859"/>
                </a:lnTo>
                <a:lnTo>
                  <a:pt x="1505336" y="14288"/>
                </a:lnTo>
                <a:lnTo>
                  <a:pt x="1498849" y="10716"/>
                </a:lnTo>
                <a:lnTo>
                  <a:pt x="1490915" y="7144"/>
                </a:lnTo>
                <a:lnTo>
                  <a:pt x="1480266" y="3572"/>
                </a:lnTo>
                <a:lnTo>
                  <a:pt x="1453734" y="0"/>
                </a:lnTo>
                <a:close/>
              </a:path>
            </a:pathLst>
          </a:custGeom>
          <a:solidFill>
            <a:srgbClr val="FAB753"/>
          </a:solidFill>
          <a:ln/>
        </p:spPr>
        <p:txBody>
          <a:bodyPr wrap="none" rtlCol="0" anchor="t"/>
          <a:lstStyle/>
          <a:p>
            <a:pPr marL="0" indent="0">
              <a:buNone/>
            </a:pPr>
            <a:endParaRPr lang="en-US" dirty="0"/>
          </a:p>
        </p:txBody>
      </p:sp>
      <p:sp>
        <p:nvSpPr>
          <p:cNvPr id="15" name="Text 12"/>
          <p:cNvSpPr/>
          <p:nvPr/>
        </p:nvSpPr>
        <p:spPr>
          <a:xfrm>
            <a:off x="3409206" y="958155"/>
            <a:ext cx="125566"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Light" pitchFamily="34" charset="0"/>
                <a:ea typeface="Calibri Light" pitchFamily="34" charset="-122"/>
                <a:cs typeface="Calibri Light" pitchFamily="34" charset="-120"/>
              </a:rPr>
              <a:t>02</a:t>
            </a:r>
            <a:endParaRPr lang="en-US" sz="730" dirty="0"/>
          </a:p>
        </p:txBody>
      </p:sp>
      <p:sp>
        <p:nvSpPr>
          <p:cNvPr id="16" name="Text 13"/>
          <p:cNvSpPr/>
          <p:nvPr/>
        </p:nvSpPr>
        <p:spPr>
          <a:xfrm>
            <a:off x="2268885" y="1072455"/>
            <a:ext cx="372070" cy="372070"/>
          </a:xfrm>
          <a:prstGeom prst="roundRect">
            <a:avLst>
              <a:gd name="adj" fmla="val 23211"/>
            </a:avLst>
          </a:prstGeom>
          <a:solidFill>
            <a:srgbClr val="1B5E72"/>
          </a:solidFill>
          <a:ln/>
        </p:spPr>
        <p:txBody>
          <a:bodyPr wrap="square" rtlCol="0" anchor="t"/>
          <a:lstStyle/>
          <a:p>
            <a:pPr marL="0" indent="0">
              <a:buNone/>
            </a:pPr>
            <a:endParaRPr lang="en-US"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5417" y="1188988"/>
            <a:ext cx="139005" cy="139005"/>
          </a:xfrm>
          <a:prstGeom prst="rect">
            <a:avLst/>
          </a:prstGeom>
        </p:spPr>
      </p:pic>
      <p:sp>
        <p:nvSpPr>
          <p:cNvPr id="18" name="Text 14"/>
          <p:cNvSpPr/>
          <p:nvPr/>
        </p:nvSpPr>
        <p:spPr>
          <a:xfrm>
            <a:off x="2268885" y="1572667"/>
            <a:ext cx="2286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9" name="Text 15"/>
          <p:cNvSpPr/>
          <p:nvPr/>
        </p:nvSpPr>
        <p:spPr>
          <a:xfrm>
            <a:off x="2268885" y="1694557"/>
            <a:ext cx="954107"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Practice Safely</a:t>
            </a:r>
            <a:endParaRPr lang="en-US" sz="960" dirty="0"/>
          </a:p>
        </p:txBody>
      </p:sp>
      <p:sp>
        <p:nvSpPr>
          <p:cNvPr id="20" name="Text 16"/>
          <p:cNvSpPr/>
          <p:nvPr/>
        </p:nvSpPr>
        <p:spPr>
          <a:xfrm>
            <a:off x="2268885" y="1911697"/>
            <a:ext cx="1235387" cy="671959"/>
          </a:xfrm>
          <a:prstGeom prst="rect">
            <a:avLst/>
          </a:prstGeom>
          <a:noFill/>
          <a:ln/>
        </p:spPr>
        <p:txBody>
          <a:bodyPr wrap="square" lIns="0" tIns="0" rIns="0" bIns="0" rtlCol="0" anchor="t"/>
          <a:lstStyle/>
          <a:p>
            <a:pPr marL="0" indent="0" algn="l">
              <a:lnSpc>
                <a:spcPts val="1260"/>
              </a:lnSpc>
              <a:buNone/>
            </a:pPr>
            <a:r>
              <a:rPr lang="en-US" sz="840" dirty="0">
                <a:solidFill>
                  <a:srgbClr val="3A5A60"/>
                </a:solidFill>
                <a:latin typeface="Calibri" pitchFamily="34" charset="0"/>
                <a:ea typeface="Calibri" pitchFamily="34" charset="-122"/>
                <a:cs typeface="Calibri" pitchFamily="34" charset="-120"/>
              </a:rPr>
              <a:t>Use Avatar: TN NX UAT (Testing) to build skills without affecting any live records.</a:t>
            </a:r>
            <a:endParaRPr lang="en-US" sz="840" dirty="0"/>
          </a:p>
        </p:txBody>
      </p:sp>
      <p:sp>
        <p:nvSpPr>
          <p:cNvPr id="21" name="Text 17"/>
          <p:cNvSpPr/>
          <p:nvPr/>
        </p:nvSpPr>
        <p:spPr>
          <a:xfrm>
            <a:off x="3794968" y="829270"/>
            <a:ext cx="1553914" cy="4085630"/>
          </a:xfrm>
          <a:prstGeom prst="roundRect">
            <a:avLst>
              <a:gd name="adj" fmla="val 6457"/>
            </a:avLst>
          </a:prstGeom>
          <a:solidFill>
            <a:srgbClr val="EAF4F4"/>
          </a:solidFill>
          <a:ln/>
        </p:spPr>
        <p:txBody>
          <a:bodyPr wrap="square" rtlCol="0" anchor="t"/>
          <a:lstStyle/>
          <a:p>
            <a:pPr marL="0" indent="0">
              <a:buNone/>
            </a:pPr>
            <a:endParaRPr lang="en-US" dirty="0"/>
          </a:p>
        </p:txBody>
      </p:sp>
      <p:sp>
        <p:nvSpPr>
          <p:cNvPr id="22" name="Text 18"/>
          <p:cNvSpPr/>
          <p:nvPr/>
        </p:nvSpPr>
        <p:spPr>
          <a:xfrm>
            <a:off x="3794968" y="829270"/>
            <a:ext cx="1553914" cy="28575"/>
          </a:xfrm>
          <a:custGeom>
            <a:avLst/>
            <a:gdLst/>
            <a:ahLst/>
            <a:cxnLst/>
            <a:rect l="l" t="t" r="r" b="b"/>
            <a:pathLst>
              <a:path w="1553914" h="28575">
                <a:moveTo>
                  <a:pt x="100330" y="0"/>
                </a:moveTo>
                <a:lnTo>
                  <a:pt x="73797" y="3572"/>
                </a:lnTo>
                <a:lnTo>
                  <a:pt x="63149" y="7144"/>
                </a:lnTo>
                <a:lnTo>
                  <a:pt x="55215" y="10716"/>
                </a:lnTo>
                <a:lnTo>
                  <a:pt x="48727" y="14288"/>
                </a:lnTo>
                <a:lnTo>
                  <a:pt x="43192" y="17859"/>
                </a:lnTo>
                <a:lnTo>
                  <a:pt x="38353" y="21431"/>
                </a:lnTo>
                <a:lnTo>
                  <a:pt x="34058" y="25003"/>
                </a:lnTo>
                <a:lnTo>
                  <a:pt x="30206" y="28575"/>
                </a:lnTo>
                <a:lnTo>
                  <a:pt x="1523708" y="28575"/>
                </a:lnTo>
                <a:lnTo>
                  <a:pt x="1519857" y="25003"/>
                </a:lnTo>
                <a:lnTo>
                  <a:pt x="1515561" y="21431"/>
                </a:lnTo>
                <a:lnTo>
                  <a:pt x="1510722" y="17859"/>
                </a:lnTo>
                <a:lnTo>
                  <a:pt x="1505187" y="14288"/>
                </a:lnTo>
                <a:lnTo>
                  <a:pt x="1498700" y="10716"/>
                </a:lnTo>
                <a:lnTo>
                  <a:pt x="1490766" y="7144"/>
                </a:lnTo>
                <a:lnTo>
                  <a:pt x="1480117" y="3572"/>
                </a:lnTo>
                <a:lnTo>
                  <a:pt x="1453585" y="0"/>
                </a:lnTo>
                <a:close/>
              </a:path>
            </a:pathLst>
          </a:custGeom>
          <a:solidFill>
            <a:srgbClr val="FAB753"/>
          </a:solidFill>
          <a:ln/>
        </p:spPr>
        <p:txBody>
          <a:bodyPr wrap="none" rtlCol="0" anchor="t"/>
          <a:lstStyle/>
          <a:p>
            <a:pPr marL="0" indent="0">
              <a:buNone/>
            </a:pPr>
            <a:endParaRPr lang="en-US" dirty="0"/>
          </a:p>
        </p:txBody>
      </p:sp>
      <p:sp>
        <p:nvSpPr>
          <p:cNvPr id="23" name="Text 19"/>
          <p:cNvSpPr/>
          <p:nvPr/>
        </p:nvSpPr>
        <p:spPr>
          <a:xfrm>
            <a:off x="5106591" y="958155"/>
            <a:ext cx="125566"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Light" pitchFamily="34" charset="0"/>
                <a:ea typeface="Calibri Light" pitchFamily="34" charset="-122"/>
                <a:cs typeface="Calibri Light" pitchFamily="34" charset="-120"/>
              </a:rPr>
              <a:t>03</a:t>
            </a:r>
            <a:endParaRPr lang="en-US" sz="730" dirty="0"/>
          </a:p>
        </p:txBody>
      </p:sp>
      <p:sp>
        <p:nvSpPr>
          <p:cNvPr id="24" name="Text 20"/>
          <p:cNvSpPr/>
          <p:nvPr/>
        </p:nvSpPr>
        <p:spPr>
          <a:xfrm>
            <a:off x="3966418" y="1072455"/>
            <a:ext cx="372070" cy="372070"/>
          </a:xfrm>
          <a:prstGeom prst="roundRect">
            <a:avLst>
              <a:gd name="adj" fmla="val 23211"/>
            </a:avLst>
          </a:prstGeom>
          <a:solidFill>
            <a:srgbClr val="1B5E72"/>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82951" y="1188988"/>
            <a:ext cx="139005" cy="139005"/>
          </a:xfrm>
          <a:prstGeom prst="rect">
            <a:avLst/>
          </a:prstGeom>
        </p:spPr>
      </p:pic>
      <p:sp>
        <p:nvSpPr>
          <p:cNvPr id="26" name="Text 21"/>
          <p:cNvSpPr/>
          <p:nvPr/>
        </p:nvSpPr>
        <p:spPr>
          <a:xfrm>
            <a:off x="3966418" y="1572667"/>
            <a:ext cx="2286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27" name="Text 22"/>
          <p:cNvSpPr/>
          <p:nvPr/>
        </p:nvSpPr>
        <p:spPr>
          <a:xfrm>
            <a:off x="3966418" y="1694557"/>
            <a:ext cx="886495"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Set Up Mobile</a:t>
            </a:r>
            <a:endParaRPr lang="en-US" sz="960" dirty="0"/>
          </a:p>
        </p:txBody>
      </p:sp>
      <p:sp>
        <p:nvSpPr>
          <p:cNvPr id="28" name="Text 23"/>
          <p:cNvSpPr/>
          <p:nvPr/>
        </p:nvSpPr>
        <p:spPr>
          <a:xfrm>
            <a:off x="3966418" y="1911697"/>
            <a:ext cx="1235235" cy="671959"/>
          </a:xfrm>
          <a:prstGeom prst="rect">
            <a:avLst/>
          </a:prstGeom>
          <a:noFill/>
          <a:ln/>
        </p:spPr>
        <p:txBody>
          <a:bodyPr wrap="square" lIns="0" tIns="0" rIns="0" bIns="0" rtlCol="0" anchor="t"/>
          <a:lstStyle/>
          <a:p>
            <a:pPr marL="0" indent="0" algn="l">
              <a:lnSpc>
                <a:spcPts val="1260"/>
              </a:lnSpc>
              <a:buNone/>
            </a:pPr>
            <a:r>
              <a:rPr lang="en-US" sz="840" dirty="0">
                <a:solidFill>
                  <a:srgbClr val="3A5A60"/>
                </a:solidFill>
                <a:latin typeface="Calibri" pitchFamily="34" charset="0"/>
                <a:ea typeface="Calibri" pitchFamily="34" charset="-122"/>
                <a:cs typeface="Calibri" pitchFamily="34" charset="-120"/>
              </a:rPr>
              <a:t>Configure Eleos on your phone using InTune Company Portal. Allow 10–15 minutes.</a:t>
            </a:r>
            <a:endParaRPr lang="en-US" sz="840" dirty="0"/>
          </a:p>
        </p:txBody>
      </p:sp>
      <p:sp>
        <p:nvSpPr>
          <p:cNvPr id="29" name="Text 24"/>
          <p:cNvSpPr/>
          <p:nvPr/>
        </p:nvSpPr>
        <p:spPr>
          <a:xfrm>
            <a:off x="5492353" y="829270"/>
            <a:ext cx="1554063" cy="4085630"/>
          </a:xfrm>
          <a:prstGeom prst="roundRect">
            <a:avLst>
              <a:gd name="adj" fmla="val 6456"/>
            </a:avLst>
          </a:prstGeom>
          <a:solidFill>
            <a:srgbClr val="EAF4F4"/>
          </a:solidFill>
          <a:ln/>
        </p:spPr>
        <p:txBody>
          <a:bodyPr wrap="square" rtlCol="0" anchor="t"/>
          <a:lstStyle/>
          <a:p>
            <a:pPr marL="0" indent="0">
              <a:buNone/>
            </a:pPr>
            <a:endParaRPr lang="en-US" dirty="0"/>
          </a:p>
        </p:txBody>
      </p:sp>
      <p:sp>
        <p:nvSpPr>
          <p:cNvPr id="30" name="Text 25"/>
          <p:cNvSpPr/>
          <p:nvPr/>
        </p:nvSpPr>
        <p:spPr>
          <a:xfrm>
            <a:off x="5492353" y="829270"/>
            <a:ext cx="1554063" cy="28575"/>
          </a:xfrm>
          <a:custGeom>
            <a:avLst/>
            <a:gdLst/>
            <a:ahLst/>
            <a:cxnLst/>
            <a:rect l="l" t="t" r="r" b="b"/>
            <a:pathLst>
              <a:path w="1554063" h="28575">
                <a:moveTo>
                  <a:pt x="100330" y="0"/>
                </a:moveTo>
                <a:lnTo>
                  <a:pt x="73797" y="3572"/>
                </a:lnTo>
                <a:lnTo>
                  <a:pt x="63149" y="7144"/>
                </a:lnTo>
                <a:lnTo>
                  <a:pt x="55215" y="10716"/>
                </a:lnTo>
                <a:lnTo>
                  <a:pt x="48727" y="14288"/>
                </a:lnTo>
                <a:lnTo>
                  <a:pt x="43192" y="17859"/>
                </a:lnTo>
                <a:lnTo>
                  <a:pt x="38353" y="21431"/>
                </a:lnTo>
                <a:lnTo>
                  <a:pt x="34058" y="25003"/>
                </a:lnTo>
                <a:lnTo>
                  <a:pt x="30206" y="28575"/>
                </a:lnTo>
                <a:lnTo>
                  <a:pt x="1523857" y="28575"/>
                </a:lnTo>
                <a:lnTo>
                  <a:pt x="1520005" y="25003"/>
                </a:lnTo>
                <a:lnTo>
                  <a:pt x="1515710" y="21431"/>
                </a:lnTo>
                <a:lnTo>
                  <a:pt x="1510871" y="17859"/>
                </a:lnTo>
                <a:lnTo>
                  <a:pt x="1505336" y="14288"/>
                </a:lnTo>
                <a:lnTo>
                  <a:pt x="1498849" y="10716"/>
                </a:lnTo>
                <a:lnTo>
                  <a:pt x="1490915" y="7144"/>
                </a:lnTo>
                <a:lnTo>
                  <a:pt x="1480266" y="3572"/>
                </a:lnTo>
                <a:lnTo>
                  <a:pt x="1453734" y="0"/>
                </a:lnTo>
                <a:close/>
              </a:path>
            </a:pathLst>
          </a:custGeom>
          <a:solidFill>
            <a:srgbClr val="FAB753"/>
          </a:solidFill>
          <a:ln/>
        </p:spPr>
        <p:txBody>
          <a:bodyPr wrap="none" rtlCol="0" anchor="t"/>
          <a:lstStyle/>
          <a:p>
            <a:pPr marL="0" indent="0">
              <a:buNone/>
            </a:pPr>
            <a:endParaRPr lang="en-US" dirty="0"/>
          </a:p>
        </p:txBody>
      </p:sp>
      <p:sp>
        <p:nvSpPr>
          <p:cNvPr id="31" name="Text 26"/>
          <p:cNvSpPr/>
          <p:nvPr/>
        </p:nvSpPr>
        <p:spPr>
          <a:xfrm>
            <a:off x="6804124" y="958155"/>
            <a:ext cx="125566"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Light" pitchFamily="34" charset="0"/>
                <a:ea typeface="Calibri Light" pitchFamily="34" charset="-122"/>
                <a:cs typeface="Calibri Light" pitchFamily="34" charset="-120"/>
              </a:rPr>
              <a:t>04</a:t>
            </a:r>
            <a:endParaRPr lang="en-US" sz="730" dirty="0"/>
          </a:p>
        </p:txBody>
      </p:sp>
      <p:sp>
        <p:nvSpPr>
          <p:cNvPr id="32" name="Text 27"/>
          <p:cNvSpPr/>
          <p:nvPr/>
        </p:nvSpPr>
        <p:spPr>
          <a:xfrm>
            <a:off x="5663803" y="1072455"/>
            <a:ext cx="372070" cy="372070"/>
          </a:xfrm>
          <a:prstGeom prst="roundRect">
            <a:avLst>
              <a:gd name="adj" fmla="val 23211"/>
            </a:avLst>
          </a:prstGeom>
          <a:solidFill>
            <a:srgbClr val="1B5E72"/>
          </a:solidFill>
          <a:ln/>
        </p:spPr>
        <p:txBody>
          <a:bodyPr wrap="square" rtlCol="0" anchor="t"/>
          <a:lstStyle/>
          <a:p>
            <a:pPr marL="0" indent="0">
              <a:buNone/>
            </a:pPr>
            <a:endParaRPr lang="en-US"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80336" y="1188988"/>
            <a:ext cx="139005" cy="139005"/>
          </a:xfrm>
          <a:prstGeom prst="rect">
            <a:avLst/>
          </a:prstGeom>
        </p:spPr>
      </p:pic>
      <p:sp>
        <p:nvSpPr>
          <p:cNvPr id="34" name="Text 28"/>
          <p:cNvSpPr/>
          <p:nvPr/>
        </p:nvSpPr>
        <p:spPr>
          <a:xfrm>
            <a:off x="5663803" y="1572667"/>
            <a:ext cx="2286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35" name="Text 29"/>
          <p:cNvSpPr/>
          <p:nvPr/>
        </p:nvSpPr>
        <p:spPr>
          <a:xfrm>
            <a:off x="5663803" y="1694557"/>
            <a:ext cx="1008132"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Build Your Flow</a:t>
            </a:r>
            <a:endParaRPr lang="en-US" sz="960" dirty="0"/>
          </a:p>
        </p:txBody>
      </p:sp>
      <p:sp>
        <p:nvSpPr>
          <p:cNvPr id="36" name="Text 30"/>
          <p:cNvSpPr/>
          <p:nvPr/>
        </p:nvSpPr>
        <p:spPr>
          <a:xfrm>
            <a:off x="5663803" y="1911697"/>
            <a:ext cx="1235387" cy="671959"/>
          </a:xfrm>
          <a:prstGeom prst="rect">
            <a:avLst/>
          </a:prstGeom>
          <a:noFill/>
          <a:ln/>
        </p:spPr>
        <p:txBody>
          <a:bodyPr wrap="square" lIns="0" tIns="0" rIns="0" bIns="0" rtlCol="0" anchor="t"/>
          <a:lstStyle/>
          <a:p>
            <a:pPr marL="0" indent="0" algn="l">
              <a:lnSpc>
                <a:spcPts val="1260"/>
              </a:lnSpc>
              <a:buNone/>
            </a:pPr>
            <a:r>
              <a:rPr lang="en-US" sz="840" dirty="0">
                <a:solidFill>
                  <a:srgbClr val="3A5A60"/>
                </a:solidFill>
                <a:latin typeface="Calibri" pitchFamily="34" charset="0"/>
                <a:ea typeface="Calibri" pitchFamily="34" charset="-122"/>
                <a:cs typeface="Calibri" pitchFamily="34" charset="-120"/>
              </a:rPr>
              <a:t>Develop a natural start/stop rhythm that fits seamlessly into your real sessions.</a:t>
            </a:r>
            <a:endParaRPr lang="en-US" sz="840" dirty="0"/>
          </a:p>
        </p:txBody>
      </p:sp>
      <p:sp>
        <p:nvSpPr>
          <p:cNvPr id="37" name="Text 31"/>
          <p:cNvSpPr/>
          <p:nvPr/>
        </p:nvSpPr>
        <p:spPr>
          <a:xfrm>
            <a:off x="7189887" y="829270"/>
            <a:ext cx="1554063" cy="4085630"/>
          </a:xfrm>
          <a:prstGeom prst="roundRect">
            <a:avLst>
              <a:gd name="adj" fmla="val 6456"/>
            </a:avLst>
          </a:prstGeom>
          <a:solidFill>
            <a:srgbClr val="EAF4F4"/>
          </a:solidFill>
          <a:ln/>
        </p:spPr>
        <p:txBody>
          <a:bodyPr wrap="square" rtlCol="0" anchor="t"/>
          <a:lstStyle/>
          <a:p>
            <a:pPr marL="0" indent="0">
              <a:buNone/>
            </a:pPr>
            <a:endParaRPr lang="en-US" dirty="0"/>
          </a:p>
        </p:txBody>
      </p:sp>
      <p:sp>
        <p:nvSpPr>
          <p:cNvPr id="38" name="Text 32"/>
          <p:cNvSpPr/>
          <p:nvPr/>
        </p:nvSpPr>
        <p:spPr>
          <a:xfrm>
            <a:off x="7189887" y="829270"/>
            <a:ext cx="1554063" cy="28575"/>
          </a:xfrm>
          <a:custGeom>
            <a:avLst/>
            <a:gdLst/>
            <a:ahLst/>
            <a:cxnLst/>
            <a:rect l="l" t="t" r="r" b="b"/>
            <a:pathLst>
              <a:path w="1554063" h="28575">
                <a:moveTo>
                  <a:pt x="100330" y="0"/>
                </a:moveTo>
                <a:lnTo>
                  <a:pt x="73797" y="3572"/>
                </a:lnTo>
                <a:lnTo>
                  <a:pt x="63149" y="7144"/>
                </a:lnTo>
                <a:lnTo>
                  <a:pt x="55215" y="10716"/>
                </a:lnTo>
                <a:lnTo>
                  <a:pt x="48727" y="14288"/>
                </a:lnTo>
                <a:lnTo>
                  <a:pt x="43192" y="17859"/>
                </a:lnTo>
                <a:lnTo>
                  <a:pt x="38353" y="21431"/>
                </a:lnTo>
                <a:lnTo>
                  <a:pt x="34058" y="25003"/>
                </a:lnTo>
                <a:lnTo>
                  <a:pt x="30206" y="28575"/>
                </a:lnTo>
                <a:lnTo>
                  <a:pt x="1523857" y="28575"/>
                </a:lnTo>
                <a:lnTo>
                  <a:pt x="1520005" y="25003"/>
                </a:lnTo>
                <a:lnTo>
                  <a:pt x="1515710" y="21431"/>
                </a:lnTo>
                <a:lnTo>
                  <a:pt x="1510871" y="17859"/>
                </a:lnTo>
                <a:lnTo>
                  <a:pt x="1505336" y="14288"/>
                </a:lnTo>
                <a:lnTo>
                  <a:pt x="1498849" y="10716"/>
                </a:lnTo>
                <a:lnTo>
                  <a:pt x="1490915" y="7144"/>
                </a:lnTo>
                <a:lnTo>
                  <a:pt x="1480266" y="3572"/>
                </a:lnTo>
                <a:lnTo>
                  <a:pt x="1453734" y="0"/>
                </a:lnTo>
                <a:close/>
              </a:path>
            </a:pathLst>
          </a:custGeom>
          <a:solidFill>
            <a:srgbClr val="FAB753"/>
          </a:solidFill>
          <a:ln/>
        </p:spPr>
        <p:txBody>
          <a:bodyPr wrap="none" rtlCol="0" anchor="t"/>
          <a:lstStyle/>
          <a:p>
            <a:pPr marL="0" indent="0">
              <a:buNone/>
            </a:pPr>
            <a:endParaRPr lang="en-US" dirty="0"/>
          </a:p>
        </p:txBody>
      </p:sp>
      <p:sp>
        <p:nvSpPr>
          <p:cNvPr id="39" name="Text 33"/>
          <p:cNvSpPr/>
          <p:nvPr/>
        </p:nvSpPr>
        <p:spPr>
          <a:xfrm>
            <a:off x="8501658" y="958155"/>
            <a:ext cx="125566"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Light" pitchFamily="34" charset="0"/>
                <a:ea typeface="Calibri Light" pitchFamily="34" charset="-122"/>
                <a:cs typeface="Calibri Light" pitchFamily="34" charset="-120"/>
              </a:rPr>
              <a:t>05</a:t>
            </a:r>
            <a:endParaRPr lang="en-US" sz="730" dirty="0"/>
          </a:p>
        </p:txBody>
      </p:sp>
      <p:sp>
        <p:nvSpPr>
          <p:cNvPr id="40" name="Text 34"/>
          <p:cNvSpPr/>
          <p:nvPr/>
        </p:nvSpPr>
        <p:spPr>
          <a:xfrm>
            <a:off x="7361337" y="1072455"/>
            <a:ext cx="372070" cy="372070"/>
          </a:xfrm>
          <a:prstGeom prst="roundRect">
            <a:avLst>
              <a:gd name="adj" fmla="val 23211"/>
            </a:avLst>
          </a:prstGeom>
          <a:solidFill>
            <a:srgbClr val="1B5E72"/>
          </a:solidFill>
          <a:ln/>
        </p:spPr>
        <p:txBody>
          <a:bodyPr wrap="square" rtlCol="0" anchor="t"/>
          <a:lstStyle/>
          <a:p>
            <a:pPr marL="0" indent="0">
              <a:buNone/>
            </a:pPr>
            <a:endParaRPr lang="en-US" dirty="0"/>
          </a:p>
        </p:txBody>
      </p:sp>
      <p:pic>
        <p:nvPicPr>
          <p:cNvPr id="4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77869" y="1188988"/>
            <a:ext cx="139005" cy="139005"/>
          </a:xfrm>
          <a:prstGeom prst="rect">
            <a:avLst/>
          </a:prstGeom>
        </p:spPr>
      </p:pic>
      <p:sp>
        <p:nvSpPr>
          <p:cNvPr id="42" name="Text 35"/>
          <p:cNvSpPr/>
          <p:nvPr/>
        </p:nvSpPr>
        <p:spPr>
          <a:xfrm>
            <a:off x="7361337" y="1572667"/>
            <a:ext cx="2286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43" name="Text 36"/>
          <p:cNvSpPr/>
          <p:nvPr/>
        </p:nvSpPr>
        <p:spPr>
          <a:xfrm>
            <a:off x="7361337" y="1694557"/>
            <a:ext cx="1097518"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Map to Your Note</a:t>
            </a:r>
            <a:endParaRPr lang="en-US" sz="960" dirty="0"/>
          </a:p>
        </p:txBody>
      </p:sp>
      <p:sp>
        <p:nvSpPr>
          <p:cNvPr id="44" name="Text 37"/>
          <p:cNvSpPr/>
          <p:nvPr/>
        </p:nvSpPr>
        <p:spPr>
          <a:xfrm>
            <a:off x="7361337" y="1911697"/>
            <a:ext cx="1235387" cy="839949"/>
          </a:xfrm>
          <a:prstGeom prst="rect">
            <a:avLst/>
          </a:prstGeom>
          <a:noFill/>
          <a:ln/>
        </p:spPr>
        <p:txBody>
          <a:bodyPr wrap="square" lIns="0" tIns="0" rIns="0" bIns="0" rtlCol="0" anchor="t"/>
          <a:lstStyle/>
          <a:p>
            <a:pPr marL="0" indent="0" algn="l">
              <a:lnSpc>
                <a:spcPts val="1260"/>
              </a:lnSpc>
              <a:buNone/>
            </a:pPr>
            <a:r>
              <a:rPr lang="en-US" sz="840" dirty="0">
                <a:solidFill>
                  <a:srgbClr val="3A5A60"/>
                </a:solidFill>
                <a:latin typeface="Calibri" pitchFamily="34" charset="0"/>
                <a:ea typeface="Calibri" pitchFamily="34" charset="-122"/>
                <a:cs typeface="Calibri" pitchFamily="34" charset="-120"/>
              </a:rPr>
              <a:t>Translate Eleos outputs directly to the Centerstone note template — in session, with your client.</a:t>
            </a:r>
            <a:endParaRPr lang="en-US" sz="840" dirty="0"/>
          </a:p>
        </p:txBody>
      </p:sp>
      <p:sp>
        <p:nvSpPr>
          <p:cNvPr id="45" name="Text 38"/>
          <p:cNvSpPr/>
          <p:nvPr/>
        </p:nvSpPr>
        <p:spPr>
          <a:xfrm>
            <a:off x="0" y="5100340"/>
            <a:ext cx="9144000" cy="43160"/>
          </a:xfrm>
          <a:prstGeom prst="rect">
            <a:avLst/>
          </a:prstGeom>
          <a:gradFill rotWithShape="1">
            <a:gsLst>
              <a:gs pos="0">
                <a:srgbClr val="1B5E72"/>
              </a:gs>
              <a:gs pos="50000">
                <a:srgbClr val="55A49C"/>
              </a:gs>
              <a:gs pos="100000">
                <a:srgbClr val="FAB753"/>
              </a:gs>
            </a:gsLst>
            <a:lin ang="0" scaled="1"/>
          </a:gradFill>
          <a:ln/>
        </p:spPr>
        <p:txBody>
          <a:bodyPr wrap="none" rtlCol="0" anchor="t"/>
          <a:lstStyle/>
          <a:p>
            <a:pPr marL="0" indent="0">
              <a:buNone/>
            </a:pPr>
            <a:endParaRPr lang="en-US" dirty="0"/>
          </a:p>
        </p:txBody>
      </p:sp>
      <p:sp>
        <p:nvSpPr>
          <p:cNvPr id="46" name="Text 39"/>
          <p:cNvSpPr/>
          <p:nvPr/>
        </p:nvSpPr>
        <p:spPr>
          <a:xfrm>
            <a:off x="0" y="542330"/>
            <a:ext cx="9144000" cy="29170"/>
          </a:xfrm>
          <a:prstGeom prst="rect">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1648"/>
          </a:xfrm>
          <a:prstGeom prst="rect">
            <a:avLst/>
          </a:prstGeom>
          <a:solidFill>
            <a:srgbClr val="FFFFFF"/>
          </a:solidFill>
          <a:ln/>
        </p:spPr>
        <p:txBody>
          <a:bodyPr wrap="square" lIns="342900" tIns="128270" rIns="342900" bIns="57150" rtlCol="0" anchor="t"/>
          <a:lstStyle/>
          <a:p>
            <a:pPr marL="0" indent="0" algn="l">
              <a:buNone/>
            </a:pPr>
            <a:r>
              <a:rPr lang="en-US" sz="1690" b="1" kern="0" spc="-20" dirty="0">
                <a:solidFill>
                  <a:srgbClr val="1B5E72"/>
                </a:solidFill>
                <a:latin typeface="Calibri Light" pitchFamily="34" charset="0"/>
                <a:ea typeface="Calibri Light" pitchFamily="34" charset="-122"/>
                <a:cs typeface="Calibri Light" pitchFamily="34" charset="-120"/>
              </a:rPr>
              <a:t>Eleos Is a </a:t>
            </a:r>
            <a:r>
              <a:rPr lang="en-US" sz="1690" b="1" kern="0" spc="-20" dirty="0">
                <a:solidFill>
                  <a:srgbClr val="1B5E72"/>
                </a:solidFill>
                <a:latin typeface="Calibri" pitchFamily="34" charset="0"/>
                <a:ea typeface="Calibri" pitchFamily="34" charset="-122"/>
                <a:cs typeface="Calibri" pitchFamily="34" charset="-120"/>
              </a:rPr>
              <a:t>Note-Taker.</a:t>
            </a:r>
            <a:r>
              <a:rPr lang="en-US" sz="1690" b="1" kern="0" spc="-20" dirty="0">
                <a:solidFill>
                  <a:srgbClr val="1B5E72"/>
                </a:solidFill>
                <a:latin typeface="Calibri Light" pitchFamily="34" charset="0"/>
                <a:ea typeface="Calibri Light" pitchFamily="34" charset="-122"/>
                <a:cs typeface="Calibri Light" pitchFamily="34" charset="-120"/>
              </a:rPr>
              <a:t> Not a </a:t>
            </a:r>
            <a:r>
              <a:rPr lang="en-US" sz="1690" b="1" u="sng" kern="0" spc="-20" dirty="0">
                <a:solidFill>
                  <a:srgbClr val="1B5E72"/>
                </a:solidFill>
                <a:latin typeface="Calibri" pitchFamily="34" charset="0"/>
                <a:ea typeface="Calibri" pitchFamily="34" charset="-122"/>
                <a:cs typeface="Calibri" pitchFamily="34" charset="-120"/>
              </a:rPr>
              <a:t>Note-Writer.</a:t>
            </a:r>
            <a:endParaRPr lang="en-US" sz="1690" dirty="0"/>
          </a:p>
          <a:p>
            <a:pPr marL="0" indent="0" algn="l">
              <a:buNone/>
            </a:pPr>
            <a:r>
              <a:rPr lang="en-US" sz="840" i="1" kern="0" spc="10" dirty="0">
                <a:solidFill>
                  <a:srgbClr val="55A49C"/>
                </a:solidFill>
                <a:latin typeface="Calibri" pitchFamily="34" charset="0"/>
                <a:ea typeface="Calibri" pitchFamily="34" charset="-122"/>
                <a:cs typeface="Calibri" pitchFamily="34" charset="-120"/>
              </a:rPr>
              <a:t>Understanding the difference changes how you use it.</a:t>
            </a:r>
            <a:endParaRPr lang="en-US" sz="1690" dirty="0"/>
          </a:p>
        </p:txBody>
      </p:sp>
      <p:sp>
        <p:nvSpPr>
          <p:cNvPr id="3" name="Text 1"/>
          <p:cNvSpPr/>
          <p:nvPr/>
        </p:nvSpPr>
        <p:spPr>
          <a:xfrm>
            <a:off x="0" y="613618"/>
            <a:ext cx="9144000" cy="19050"/>
          </a:xfrm>
          <a:prstGeom prst="rect">
            <a:avLst/>
          </a:prstGeom>
          <a:solidFill>
            <a:srgbClr val="EAF4F4"/>
          </a:solidFill>
          <a:ln/>
        </p:spPr>
        <p:txBody>
          <a:bodyPr wrap="none" rtlCol="0" anchor="t"/>
          <a:lstStyle/>
          <a:p>
            <a:pPr marL="0" indent="0">
              <a:buNone/>
            </a:pPr>
            <a:endParaRPr lang="en-US" dirty="0"/>
          </a:p>
        </p:txBody>
      </p:sp>
      <p:sp>
        <p:nvSpPr>
          <p:cNvPr id="4" name="Text 2"/>
          <p:cNvSpPr/>
          <p:nvPr/>
        </p:nvSpPr>
        <p:spPr>
          <a:xfrm>
            <a:off x="228600" y="746968"/>
            <a:ext cx="4271665" cy="434132"/>
          </a:xfrm>
          <a:prstGeom prst="roundRect">
            <a:avLst>
              <a:gd name="adj" fmla="val 16382"/>
            </a:avLst>
          </a:prstGeom>
          <a:solidFill>
            <a:srgbClr val="1B5E72"/>
          </a:soli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050" y="901452"/>
            <a:ext cx="139005" cy="139005"/>
          </a:xfrm>
          <a:prstGeom prst="rect">
            <a:avLst/>
          </a:prstGeom>
        </p:spPr>
      </p:pic>
      <p:sp>
        <p:nvSpPr>
          <p:cNvPr id="6" name="Text 3"/>
          <p:cNvSpPr/>
          <p:nvPr/>
        </p:nvSpPr>
        <p:spPr>
          <a:xfrm>
            <a:off x="625376" y="833289"/>
            <a:ext cx="1276290" cy="135880"/>
          </a:xfrm>
          <a:prstGeom prst="rect">
            <a:avLst/>
          </a:prstGeom>
          <a:noFill/>
          <a:ln/>
        </p:spPr>
        <p:txBody>
          <a:bodyPr wrap="none" lIns="0" tIns="0" rIns="0" bIns="0" rtlCol="0" anchor="ctr"/>
          <a:lstStyle/>
          <a:p>
            <a:pPr marL="0" indent="0" algn="l">
              <a:lnSpc>
                <a:spcPts val="1070"/>
              </a:lnSpc>
              <a:buNone/>
            </a:pPr>
            <a:r>
              <a:rPr lang="en-US" sz="1070" b="1" kern="0" spc="30" dirty="0">
                <a:solidFill>
                  <a:srgbClr val="FFFFFF"/>
                </a:solidFill>
                <a:latin typeface="Calibri Light" pitchFamily="34" charset="0"/>
                <a:ea typeface="Calibri Light" pitchFamily="34" charset="-122"/>
                <a:cs typeface="Calibri Light" pitchFamily="34" charset="-120"/>
              </a:rPr>
              <a:t>Note-</a:t>
            </a:r>
            <a:r>
              <a:rPr lang="en-US" sz="1070" b="1" kern="0" spc="30" dirty="0">
                <a:solidFill>
                  <a:srgbClr val="FFFFFF"/>
                </a:solidFill>
                <a:latin typeface="Calibri" pitchFamily="34" charset="0"/>
                <a:ea typeface="Calibri" pitchFamily="34" charset="-122"/>
                <a:cs typeface="Calibri" pitchFamily="34" charset="-120"/>
              </a:rPr>
              <a:t>TAKER</a:t>
            </a:r>
            <a:endParaRPr lang="en-US" sz="1070" dirty="0"/>
          </a:p>
        </p:txBody>
      </p:sp>
      <p:sp>
        <p:nvSpPr>
          <p:cNvPr id="7" name="Text 4"/>
          <p:cNvSpPr/>
          <p:nvPr/>
        </p:nvSpPr>
        <p:spPr>
          <a:xfrm>
            <a:off x="625376" y="976759"/>
            <a:ext cx="1276290" cy="118021"/>
          </a:xfrm>
          <a:prstGeom prst="rect">
            <a:avLst/>
          </a:prstGeom>
          <a:noFill/>
          <a:ln/>
        </p:spPr>
        <p:txBody>
          <a:bodyPr wrap="none" lIns="0" tIns="0" rIns="0" bIns="0" rtlCol="0" anchor="t"/>
          <a:lstStyle/>
          <a:p>
            <a:pPr marL="0" indent="0" algn="l">
              <a:lnSpc>
                <a:spcPts val="930"/>
              </a:lnSpc>
              <a:buNone/>
            </a:pPr>
            <a:r>
              <a:rPr lang="en-US" sz="620" kern="0" spc="50" dirty="0">
                <a:solidFill>
                  <a:srgbClr val="B2DDD8">
                    <a:alpha val="75000"/>
                  </a:srgbClr>
                </a:solidFill>
                <a:latin typeface="Calibri" pitchFamily="34" charset="0"/>
                <a:ea typeface="Calibri" pitchFamily="34" charset="-122"/>
                <a:cs typeface="Calibri" pitchFamily="34" charset="-120"/>
              </a:rPr>
              <a:t>WHAT ELEOS ACTUALLY IS</a:t>
            </a:r>
            <a:endParaRPr lang="en-US" sz="620" dirty="0"/>
          </a:p>
        </p:txBody>
      </p:sp>
      <p:sp>
        <p:nvSpPr>
          <p:cNvPr id="8" name="Text 5"/>
          <p:cNvSpPr/>
          <p:nvPr/>
        </p:nvSpPr>
        <p:spPr>
          <a:xfrm>
            <a:off x="228600" y="1181100"/>
            <a:ext cx="4271665" cy="2923729"/>
          </a:xfrm>
          <a:prstGeom prst="rect">
            <a:avLst/>
          </a:prstGeom>
          <a:solidFill>
            <a:srgbClr val="EAF4F4"/>
          </a:solidFill>
          <a:ln/>
        </p:spPr>
        <p:txBody>
          <a:bodyPr wrap="square" rtlCol="0" anchor="t"/>
          <a:lstStyle/>
          <a:p>
            <a:pPr marL="0" indent="0">
              <a:buNone/>
            </a:pPr>
            <a:endParaRPr lang="en-US"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838" y="2132790"/>
            <a:ext cx="132588" cy="132588"/>
          </a:xfrm>
          <a:prstGeom prst="rect">
            <a:avLst/>
          </a:prstGeom>
        </p:spPr>
      </p:pic>
      <p:sp>
        <p:nvSpPr>
          <p:cNvPr id="10" name="Text 6"/>
          <p:cNvSpPr/>
          <p:nvPr/>
        </p:nvSpPr>
        <p:spPr>
          <a:xfrm>
            <a:off x="553194" y="2137172"/>
            <a:ext cx="4168572"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Runs in the background while you stay present.</a:t>
            </a:r>
            <a:endParaRPr lang="en-US" sz="82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838" y="2354842"/>
            <a:ext cx="132588" cy="132588"/>
          </a:xfrm>
          <a:prstGeom prst="rect">
            <a:avLst/>
          </a:prstGeom>
        </p:spPr>
      </p:pic>
      <p:sp>
        <p:nvSpPr>
          <p:cNvPr id="12" name="Text 7"/>
          <p:cNvSpPr/>
          <p:nvPr/>
        </p:nvSpPr>
        <p:spPr>
          <a:xfrm>
            <a:off x="553194" y="2359223"/>
            <a:ext cx="4168572"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Captures key moments, interventions, and client quotes.</a:t>
            </a:r>
            <a:endParaRPr lang="en-US" sz="82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7838" y="2576894"/>
            <a:ext cx="132588" cy="132588"/>
          </a:xfrm>
          <a:prstGeom prst="rect">
            <a:avLst/>
          </a:prstGeom>
        </p:spPr>
      </p:pic>
      <p:sp>
        <p:nvSpPr>
          <p:cNvPr id="14" name="Text 8"/>
          <p:cNvSpPr/>
          <p:nvPr/>
        </p:nvSpPr>
        <p:spPr>
          <a:xfrm>
            <a:off x="553194" y="2581275"/>
            <a:ext cx="4168572"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Generates a draft you shape — not a finished product.</a:t>
            </a:r>
            <a:endParaRPr lang="en-US" sz="82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7838" y="2798945"/>
            <a:ext cx="132588" cy="132588"/>
          </a:xfrm>
          <a:prstGeom prst="rect">
            <a:avLst/>
          </a:prstGeom>
        </p:spPr>
      </p:pic>
      <p:sp>
        <p:nvSpPr>
          <p:cNvPr id="16" name="Text 9"/>
          <p:cNvSpPr/>
          <p:nvPr/>
        </p:nvSpPr>
        <p:spPr>
          <a:xfrm>
            <a:off x="553194" y="2803327"/>
            <a:ext cx="4168572"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Keeps you in the room, not in your head.</a:t>
            </a:r>
            <a:endParaRPr lang="en-US" sz="820" dirty="0"/>
          </a:p>
        </p:txBody>
      </p:sp>
      <p:pic>
        <p:nvPicPr>
          <p:cNvPr id="1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7838" y="3020997"/>
            <a:ext cx="132588" cy="132588"/>
          </a:xfrm>
          <a:prstGeom prst="rect">
            <a:avLst/>
          </a:prstGeom>
        </p:spPr>
      </p:pic>
      <p:sp>
        <p:nvSpPr>
          <p:cNvPr id="18" name="Text 10"/>
          <p:cNvSpPr/>
          <p:nvPr/>
        </p:nvSpPr>
        <p:spPr>
          <a:xfrm>
            <a:off x="553194" y="3025378"/>
            <a:ext cx="4168572"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Allows 90–100% of documentation to be completed before the client leaves.</a:t>
            </a:r>
            <a:endParaRPr lang="en-US" sz="820" dirty="0"/>
          </a:p>
        </p:txBody>
      </p:sp>
      <p:sp>
        <p:nvSpPr>
          <p:cNvPr id="19" name="Text 11"/>
          <p:cNvSpPr/>
          <p:nvPr/>
        </p:nvSpPr>
        <p:spPr>
          <a:xfrm>
            <a:off x="4643735" y="746968"/>
            <a:ext cx="4271665" cy="434132"/>
          </a:xfrm>
          <a:prstGeom prst="roundRect">
            <a:avLst>
              <a:gd name="adj" fmla="val 16382"/>
            </a:avLst>
          </a:prstGeom>
          <a:solidFill>
            <a:srgbClr val="FAB753"/>
          </a:solidFill>
          <a:ln/>
        </p:spPr>
        <p:txBody>
          <a:bodyPr wrap="square" rtlCol="0" anchor="t"/>
          <a:lstStyle/>
          <a:p>
            <a:pPr marL="0" indent="0">
              <a:buNone/>
            </a:pPr>
            <a:endParaRPr lang="en-US" dirty="0"/>
          </a:p>
        </p:txBody>
      </p:sp>
      <p:pic>
        <p:nvPicPr>
          <p:cNvPr id="2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15185" y="901452"/>
            <a:ext cx="139005" cy="139005"/>
          </a:xfrm>
          <a:prstGeom prst="rect">
            <a:avLst/>
          </a:prstGeom>
        </p:spPr>
      </p:pic>
      <p:sp>
        <p:nvSpPr>
          <p:cNvPr id="21" name="Text 12"/>
          <p:cNvSpPr/>
          <p:nvPr/>
        </p:nvSpPr>
        <p:spPr>
          <a:xfrm>
            <a:off x="5040511" y="833289"/>
            <a:ext cx="1016645" cy="135880"/>
          </a:xfrm>
          <a:prstGeom prst="rect">
            <a:avLst/>
          </a:prstGeom>
          <a:noFill/>
          <a:ln/>
        </p:spPr>
        <p:txBody>
          <a:bodyPr wrap="none" lIns="0" tIns="0" rIns="0" bIns="0" rtlCol="0" anchor="ctr"/>
          <a:lstStyle/>
          <a:p>
            <a:pPr marL="0" indent="0" algn="l">
              <a:lnSpc>
                <a:spcPts val="1070"/>
              </a:lnSpc>
              <a:buNone/>
            </a:pPr>
            <a:r>
              <a:rPr lang="en-US" sz="1070" b="1" kern="0" spc="30" dirty="0">
                <a:solidFill>
                  <a:srgbClr val="1B1B1B"/>
                </a:solidFill>
                <a:latin typeface="Calibri Light" pitchFamily="34" charset="0"/>
                <a:ea typeface="Calibri Light" pitchFamily="34" charset="-122"/>
                <a:cs typeface="Calibri Light" pitchFamily="34" charset="-120"/>
              </a:rPr>
              <a:t>Note-</a:t>
            </a:r>
            <a:r>
              <a:rPr lang="en-US" sz="1070" b="1" kern="0" spc="30" dirty="0">
                <a:solidFill>
                  <a:srgbClr val="1B1B1B"/>
                </a:solidFill>
                <a:latin typeface="Calibri" pitchFamily="34" charset="0"/>
                <a:ea typeface="Calibri" pitchFamily="34" charset="-122"/>
                <a:cs typeface="Calibri" pitchFamily="34" charset="-120"/>
              </a:rPr>
              <a:t>WRITER</a:t>
            </a:r>
            <a:endParaRPr lang="en-US" sz="1070" dirty="0"/>
          </a:p>
        </p:txBody>
      </p:sp>
      <p:sp>
        <p:nvSpPr>
          <p:cNvPr id="22" name="Text 13"/>
          <p:cNvSpPr/>
          <p:nvPr/>
        </p:nvSpPr>
        <p:spPr>
          <a:xfrm>
            <a:off x="5040511" y="976759"/>
            <a:ext cx="1016645" cy="118021"/>
          </a:xfrm>
          <a:prstGeom prst="rect">
            <a:avLst/>
          </a:prstGeom>
          <a:noFill/>
          <a:ln/>
        </p:spPr>
        <p:txBody>
          <a:bodyPr wrap="none" lIns="0" tIns="0" rIns="0" bIns="0" rtlCol="0" anchor="ctr"/>
          <a:lstStyle/>
          <a:p>
            <a:pPr marL="0" indent="0" algn="l">
              <a:lnSpc>
                <a:spcPts val="930"/>
              </a:lnSpc>
              <a:buNone/>
            </a:pPr>
            <a:r>
              <a:rPr lang="en-US" sz="620" kern="0" spc="50" dirty="0">
                <a:solidFill>
                  <a:srgbClr val="7A5200">
                    <a:alpha val="75000"/>
                  </a:srgbClr>
                </a:solidFill>
                <a:latin typeface="Calibri" pitchFamily="34" charset="0"/>
                <a:ea typeface="Calibri" pitchFamily="34" charset="-122"/>
                <a:cs typeface="Calibri" pitchFamily="34" charset="-120"/>
              </a:rPr>
              <a:t>WHAT IT IS </a:t>
            </a:r>
            <a:r>
              <a:rPr lang="en-US" sz="620" b="1" kern="0" spc="50" dirty="0">
                <a:solidFill>
                  <a:srgbClr val="7A5200">
                    <a:alpha val="75000"/>
                  </a:srgbClr>
                </a:solidFill>
                <a:latin typeface="Calibri" pitchFamily="34" charset="0"/>
                <a:ea typeface="Calibri" pitchFamily="34" charset="-122"/>
                <a:cs typeface="Calibri" pitchFamily="34" charset="-120"/>
              </a:rPr>
              <a:t>NOT</a:t>
            </a:r>
            <a:endParaRPr lang="en-US" sz="620" dirty="0"/>
          </a:p>
        </p:txBody>
      </p:sp>
      <p:sp>
        <p:nvSpPr>
          <p:cNvPr id="23" name="Text 14"/>
          <p:cNvSpPr/>
          <p:nvPr/>
        </p:nvSpPr>
        <p:spPr>
          <a:xfrm>
            <a:off x="4643735" y="1181100"/>
            <a:ext cx="4271665" cy="2923729"/>
          </a:xfrm>
          <a:prstGeom prst="rect">
            <a:avLst/>
          </a:prstGeom>
          <a:solidFill>
            <a:srgbClr val="FFFFFF"/>
          </a:solidFill>
          <a:ln w="9525">
            <a:solidFill>
              <a:srgbClr val="B0B0B0"/>
            </a:solidFill>
          </a:ln>
        </p:spPr>
        <p:txBody>
          <a:bodyPr wrap="square" rtlCol="0" anchor="t"/>
          <a:lstStyle/>
          <a:p>
            <a:pPr marL="0" indent="0">
              <a:buNone/>
            </a:pPr>
            <a:endParaRPr lang="en-US" dirty="0"/>
          </a:p>
        </p:txBody>
      </p:sp>
      <p:pic>
        <p:nvPicPr>
          <p:cNvPr id="2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92498" y="2132790"/>
            <a:ext cx="132588" cy="132588"/>
          </a:xfrm>
          <a:prstGeom prst="rect">
            <a:avLst/>
          </a:prstGeom>
        </p:spPr>
      </p:pic>
      <p:sp>
        <p:nvSpPr>
          <p:cNvPr id="25" name="Text 15"/>
          <p:cNvSpPr/>
          <p:nvPr/>
        </p:nvSpPr>
        <p:spPr>
          <a:xfrm>
            <a:off x="4977854" y="2137172"/>
            <a:ext cx="4147617"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It does not write your clinical note for you.</a:t>
            </a:r>
            <a:endParaRPr lang="en-US" sz="820" dirty="0"/>
          </a:p>
        </p:txBody>
      </p:sp>
      <p:pic>
        <p:nvPicPr>
          <p:cNvPr id="2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92498" y="2354842"/>
            <a:ext cx="132588" cy="132588"/>
          </a:xfrm>
          <a:prstGeom prst="rect">
            <a:avLst/>
          </a:prstGeom>
        </p:spPr>
      </p:pic>
      <p:sp>
        <p:nvSpPr>
          <p:cNvPr id="27" name="Text 16"/>
          <p:cNvSpPr/>
          <p:nvPr/>
        </p:nvSpPr>
        <p:spPr>
          <a:xfrm>
            <a:off x="4977854" y="2359223"/>
            <a:ext cx="4147617"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It cannot assess risk or make clinical judgments.</a:t>
            </a:r>
            <a:endParaRPr lang="en-US" sz="820" dirty="0"/>
          </a:p>
        </p:txBody>
      </p:sp>
      <p:pic>
        <p:nvPicPr>
          <p:cNvPr id="28"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92498" y="2576894"/>
            <a:ext cx="132588" cy="132588"/>
          </a:xfrm>
          <a:prstGeom prst="rect">
            <a:avLst/>
          </a:prstGeom>
        </p:spPr>
      </p:pic>
      <p:sp>
        <p:nvSpPr>
          <p:cNvPr id="29" name="Text 17"/>
          <p:cNvSpPr/>
          <p:nvPr/>
        </p:nvSpPr>
        <p:spPr>
          <a:xfrm>
            <a:off x="4977854" y="2581275"/>
            <a:ext cx="4147617"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It does not capture sarcasm, coded language, or nonverbal cues.</a:t>
            </a:r>
            <a:endParaRPr lang="en-US" sz="820" dirty="0"/>
          </a:p>
        </p:txBody>
      </p:sp>
      <p:pic>
        <p:nvPicPr>
          <p:cNvPr id="30"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92498" y="2798945"/>
            <a:ext cx="132588" cy="132588"/>
          </a:xfrm>
          <a:prstGeom prst="rect">
            <a:avLst/>
          </a:prstGeom>
        </p:spPr>
      </p:pic>
      <p:sp>
        <p:nvSpPr>
          <p:cNvPr id="31" name="Text 18"/>
          <p:cNvSpPr/>
          <p:nvPr/>
        </p:nvSpPr>
        <p:spPr>
          <a:xfrm>
            <a:off x="4977854" y="2803327"/>
            <a:ext cx="4147617"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It does not replace mandated reporting steps.</a:t>
            </a:r>
            <a:endParaRPr lang="en-US" sz="820" dirty="0"/>
          </a:p>
        </p:txBody>
      </p:sp>
      <p:pic>
        <p:nvPicPr>
          <p:cNvPr id="32"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792498" y="3020997"/>
            <a:ext cx="132588" cy="132588"/>
          </a:xfrm>
          <a:prstGeom prst="rect">
            <a:avLst/>
          </a:prstGeom>
        </p:spPr>
      </p:pic>
      <p:sp>
        <p:nvSpPr>
          <p:cNvPr id="33" name="Text 19"/>
          <p:cNvSpPr/>
          <p:nvPr/>
        </p:nvSpPr>
        <p:spPr>
          <a:xfrm>
            <a:off x="4977854" y="3025378"/>
            <a:ext cx="4147617"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It cannot track progress toward the identified session objective.</a:t>
            </a:r>
            <a:endParaRPr lang="en-US" sz="820" dirty="0"/>
          </a:p>
        </p:txBody>
      </p:sp>
      <p:sp>
        <p:nvSpPr>
          <p:cNvPr id="34" name="Text 20"/>
          <p:cNvSpPr/>
          <p:nvPr/>
        </p:nvSpPr>
        <p:spPr>
          <a:xfrm>
            <a:off x="0" y="4819650"/>
            <a:ext cx="9144000" cy="323850"/>
          </a:xfrm>
          <a:prstGeom prst="rect">
            <a:avLst/>
          </a:prstGeom>
          <a:solidFill>
            <a:srgbClr val="FAB753"/>
          </a:solidFill>
          <a:ln/>
        </p:spPr>
        <p:txBody>
          <a:bodyPr wrap="square" rtlCol="0" anchor="t"/>
          <a:lstStyle/>
          <a:p>
            <a:pPr marL="0" indent="0">
              <a:buNone/>
            </a:pPr>
            <a:endParaRPr lang="en-US" dirty="0"/>
          </a:p>
        </p:txBody>
      </p:sp>
      <p:pic>
        <p:nvPicPr>
          <p:cNvPr id="35"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35616" y="4915207"/>
            <a:ext cx="132588" cy="132588"/>
          </a:xfrm>
          <a:prstGeom prst="rect">
            <a:avLst/>
          </a:prstGeom>
        </p:spPr>
      </p:pic>
      <p:sp>
        <p:nvSpPr>
          <p:cNvPr id="36" name="Text 21"/>
          <p:cNvSpPr/>
          <p:nvPr/>
        </p:nvSpPr>
        <p:spPr>
          <a:xfrm>
            <a:off x="561231" y="4912221"/>
            <a:ext cx="6971467" cy="138708"/>
          </a:xfrm>
          <a:prstGeom prst="rect">
            <a:avLst/>
          </a:prstGeom>
          <a:noFill/>
          <a:ln/>
        </p:spPr>
        <p:txBody>
          <a:bodyPr wrap="none" lIns="0" tIns="0" rIns="0" bIns="0" rtlCol="0" anchor="ctr"/>
          <a:lstStyle/>
          <a:p>
            <a:pPr marL="0" indent="0" algn="l">
              <a:lnSpc>
                <a:spcPts val="1092"/>
              </a:lnSpc>
              <a:buNone/>
            </a:pPr>
            <a:r>
              <a:rPr lang="en-US" sz="840" b="1" kern="0" spc="10" dirty="0">
                <a:solidFill>
                  <a:srgbClr val="1B1B1B"/>
                </a:solidFill>
                <a:latin typeface="Calibri" pitchFamily="34" charset="0"/>
                <a:ea typeface="Calibri" pitchFamily="34" charset="-122"/>
                <a:cs typeface="Calibri" pitchFamily="34" charset="-120"/>
              </a:rPr>
              <a:t>Your job: guide the session.  Eleos captures it.  You complete the note — together with your client — before they walk out.</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4798368"/>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342900"/>
            <a:ext cx="2074545" cy="118021"/>
          </a:xfrm>
          <a:prstGeom prst="rect">
            <a:avLst/>
          </a:prstGeom>
          <a:noFill/>
          <a:ln/>
        </p:spPr>
        <p:txBody>
          <a:bodyPr wrap="none" lIns="0" tIns="0" rIns="0" bIns="0" rtlCol="0" anchor="t"/>
          <a:lstStyle/>
          <a:p>
            <a:pPr marL="0" indent="0" algn="l">
              <a:lnSpc>
                <a:spcPts val="930"/>
              </a:lnSpc>
              <a:buNone/>
            </a:pPr>
            <a:r>
              <a:rPr lang="en-US" sz="620" kern="0" spc="112" dirty="0">
                <a:solidFill>
                  <a:srgbClr val="FAB753"/>
                </a:solidFill>
                <a:latin typeface="Calibri Light" pitchFamily="34" charset="0"/>
                <a:ea typeface="Calibri Light" pitchFamily="34" charset="-122"/>
                <a:cs typeface="Calibri Light" pitchFamily="34" charset="-120"/>
              </a:rPr>
              <a:t>ELEOS TRAINING SERIES</a:t>
            </a:r>
            <a:endParaRPr lang="en-US" sz="620" dirty="0"/>
          </a:p>
        </p:txBody>
      </p:sp>
      <p:sp>
        <p:nvSpPr>
          <p:cNvPr id="4" name="Text 2"/>
          <p:cNvSpPr/>
          <p:nvPr/>
        </p:nvSpPr>
        <p:spPr>
          <a:xfrm>
            <a:off x="285750" y="589062"/>
            <a:ext cx="1923669" cy="576009"/>
          </a:xfrm>
          <a:prstGeom prst="rect">
            <a:avLst/>
          </a:prstGeom>
          <a:noFill/>
          <a:ln/>
        </p:spPr>
        <p:txBody>
          <a:bodyPr wrap="square" lIns="0" tIns="0" rIns="0" bIns="0" rtlCol="0" anchor="t"/>
          <a:lstStyle/>
          <a:p>
            <a:pPr marL="0" indent="0" algn="l">
              <a:lnSpc>
                <a:spcPts val="2160"/>
              </a:lnSpc>
              <a:buNone/>
            </a:pPr>
            <a:r>
              <a:rPr lang="en-US" sz="1800" b="1" dirty="0">
                <a:solidFill>
                  <a:srgbClr val="FFFFFF"/>
                </a:solidFill>
                <a:latin typeface="Calibri" pitchFamily="34" charset="0"/>
                <a:ea typeface="Calibri" pitchFamily="34" charset="-122"/>
                <a:cs typeface="Calibri" pitchFamily="34" charset="-120"/>
              </a:rPr>
              <a:t>What Eleos Does Well</a:t>
            </a:r>
            <a:endParaRPr lang="en-US" sz="1800" dirty="0"/>
          </a:p>
        </p:txBody>
      </p:sp>
      <p:sp>
        <p:nvSpPr>
          <p:cNvPr id="5" name="Text 3"/>
          <p:cNvSpPr/>
          <p:nvPr/>
        </p:nvSpPr>
        <p:spPr>
          <a:xfrm>
            <a:off x="285750" y="1281113"/>
            <a:ext cx="1923669" cy="358482"/>
          </a:xfrm>
          <a:prstGeom prst="rect">
            <a:avLst/>
          </a:prstGeom>
          <a:noFill/>
          <a:ln/>
        </p:spPr>
        <p:txBody>
          <a:bodyPr wrap="square" lIns="0" tIns="0" rIns="0" bIns="0" rtlCol="0" anchor="t"/>
          <a:lstStyle/>
          <a:p>
            <a:pPr marL="0" indent="0" algn="l">
              <a:lnSpc>
                <a:spcPts val="1344"/>
              </a:lnSpc>
              <a:buNone/>
            </a:pPr>
            <a:r>
              <a:rPr lang="en-US" sz="840" dirty="0">
                <a:solidFill>
                  <a:srgbClr val="FFFFFF">
                    <a:alpha val="82000"/>
                  </a:srgbClr>
                </a:solidFill>
                <a:latin typeface="Calibri Light" pitchFamily="34" charset="0"/>
                <a:ea typeface="Calibri Light" pitchFamily="34" charset="-122"/>
                <a:cs typeface="Calibri Light" pitchFamily="34" charset="-120"/>
              </a:rPr>
              <a:t>These are your building blocks — the raw material for a complete note.</a:t>
            </a:r>
            <a:endParaRPr lang="en-US" sz="840" dirty="0"/>
          </a:p>
        </p:txBody>
      </p:sp>
      <p:sp>
        <p:nvSpPr>
          <p:cNvPr id="6" name="Text 4"/>
          <p:cNvSpPr/>
          <p:nvPr/>
        </p:nvSpPr>
        <p:spPr>
          <a:xfrm>
            <a:off x="285750" y="3998268"/>
            <a:ext cx="21580" cy="457200"/>
          </a:xfrm>
          <a:prstGeom prst="roundRect">
            <a:avLst>
              <a:gd name="adj" fmla="val 64736"/>
            </a:avLst>
          </a:prstGeom>
          <a:solidFill>
            <a:srgbClr val="FAB753">
              <a:alpha val="22000"/>
            </a:srgbClr>
          </a:solidFill>
          <a:ln/>
        </p:spPr>
        <p:txBody>
          <a:bodyPr wrap="square" rtlCol="0" anchor="t"/>
          <a:lstStyle/>
          <a:p>
            <a:pPr marL="0" indent="0">
              <a:buNone/>
            </a:pPr>
            <a:endParaRPr lang="en-US" dirty="0"/>
          </a:p>
        </p:txBody>
      </p:sp>
      <p:sp>
        <p:nvSpPr>
          <p:cNvPr id="7" name="Text 5"/>
          <p:cNvSpPr/>
          <p:nvPr/>
        </p:nvSpPr>
        <p:spPr>
          <a:xfrm>
            <a:off x="393650" y="4063305"/>
            <a:ext cx="49411" cy="49411"/>
          </a:xfrm>
          <a:prstGeom prst="ellipse">
            <a:avLst/>
          </a:prstGeom>
          <a:solidFill>
            <a:srgbClr val="FFFFFF">
              <a:alpha val="22000"/>
            </a:srgbClr>
          </a:solidFill>
          <a:ln/>
        </p:spPr>
        <p:txBody>
          <a:bodyPr wrap="none" rtlCol="0" anchor="t"/>
          <a:lstStyle/>
          <a:p>
            <a:pPr marL="0" indent="0">
              <a:buNone/>
            </a:pPr>
            <a:endParaRPr lang="en-US" dirty="0"/>
          </a:p>
        </p:txBody>
      </p:sp>
      <p:sp>
        <p:nvSpPr>
          <p:cNvPr id="8" name="Text 6"/>
          <p:cNvSpPr/>
          <p:nvPr/>
        </p:nvSpPr>
        <p:spPr>
          <a:xfrm>
            <a:off x="393650" y="4155877"/>
            <a:ext cx="49411" cy="49411"/>
          </a:xfrm>
          <a:prstGeom prst="ellipse">
            <a:avLst/>
          </a:prstGeom>
          <a:solidFill>
            <a:srgbClr val="FFFFFF">
              <a:alpha val="22000"/>
            </a:srgbClr>
          </a:solidFill>
          <a:ln/>
        </p:spPr>
        <p:txBody>
          <a:bodyPr wrap="none" rtlCol="0" anchor="t"/>
          <a:lstStyle/>
          <a:p>
            <a:pPr marL="0" indent="0">
              <a:buNone/>
            </a:pPr>
            <a:endParaRPr lang="en-US" dirty="0"/>
          </a:p>
        </p:txBody>
      </p:sp>
      <p:sp>
        <p:nvSpPr>
          <p:cNvPr id="9" name="Text 7"/>
          <p:cNvSpPr/>
          <p:nvPr/>
        </p:nvSpPr>
        <p:spPr>
          <a:xfrm>
            <a:off x="393650" y="4248448"/>
            <a:ext cx="49411" cy="49411"/>
          </a:xfrm>
          <a:prstGeom prst="ellipse">
            <a:avLst/>
          </a:prstGeom>
          <a:solidFill>
            <a:srgbClr val="FFFFFF">
              <a:alpha val="22000"/>
            </a:srgbClr>
          </a:solidFill>
          <a:ln/>
        </p:spPr>
        <p:txBody>
          <a:bodyPr wrap="none" rtlCol="0" anchor="t"/>
          <a:lstStyle/>
          <a:p>
            <a:pPr marL="0" indent="0">
              <a:buNone/>
            </a:pPr>
            <a:endParaRPr lang="en-US" dirty="0"/>
          </a:p>
        </p:txBody>
      </p:sp>
      <p:sp>
        <p:nvSpPr>
          <p:cNvPr id="10" name="Text 8"/>
          <p:cNvSpPr/>
          <p:nvPr/>
        </p:nvSpPr>
        <p:spPr>
          <a:xfrm>
            <a:off x="393650" y="4341019"/>
            <a:ext cx="49411" cy="49411"/>
          </a:xfrm>
          <a:prstGeom prst="ellipse">
            <a:avLst/>
          </a:prstGeom>
          <a:solidFill>
            <a:srgbClr val="FFFFFF">
              <a:alpha val="22000"/>
            </a:srgbClr>
          </a:solidFill>
          <a:ln/>
        </p:spPr>
        <p:txBody>
          <a:bodyPr wrap="none" rtlCol="0" anchor="t"/>
          <a:lstStyle/>
          <a:p>
            <a:pPr marL="0" indent="0">
              <a:buNone/>
            </a:pPr>
            <a:endParaRPr lang="en-US" dirty="0"/>
          </a:p>
        </p:txBody>
      </p:sp>
      <p:pic>
        <p:nvPicPr>
          <p:cNvPr id="11" name="Image 0" descr="preencoded.png"/>
          <p:cNvPicPr>
            <a:picLocks noChangeAspect="1"/>
          </p:cNvPicPr>
          <p:nvPr/>
        </p:nvPicPr>
        <p:blipFill>
          <a:blip>
            <a:alphaModFix amt="22000"/>
            <a:extLst>
              <a:ext uri="{96DAC541-7B7A-43D3-8B79-37D633B846F1}">
                <asvg:svgBlip xmlns:asvg="http://schemas.microsoft.com/office/drawing/2016/SVG/main" r:embed="rId3"/>
              </a:ext>
            </a:extLst>
          </a:blip>
          <a:stretch>
            <a:fillRect/>
          </a:stretch>
        </p:blipFill>
        <p:spPr>
          <a:xfrm>
            <a:off x="529382" y="4098280"/>
            <a:ext cx="257175" cy="257175"/>
          </a:xfrm>
          <a:prstGeom prst="rect">
            <a:avLst/>
          </a:prstGeom>
        </p:spPr>
      </p:pic>
      <p:sp>
        <p:nvSpPr>
          <p:cNvPr id="12" name="Text 9"/>
          <p:cNvSpPr/>
          <p:nvPr/>
        </p:nvSpPr>
        <p:spPr>
          <a:xfrm>
            <a:off x="2429470" y="0"/>
            <a:ext cx="6714530" cy="4798368"/>
          </a:xfrm>
          <a:prstGeom prst="rect">
            <a:avLst/>
          </a:prstGeom>
          <a:solidFill>
            <a:srgbClr val="FFFFFF"/>
          </a:solidFill>
          <a:ln/>
        </p:spPr>
        <p:txBody>
          <a:bodyPr wrap="square" rtlCol="0" anchor="t"/>
          <a:lstStyle/>
          <a:p>
            <a:pPr marL="0" indent="0">
              <a:buNone/>
            </a:pPr>
            <a:endParaRPr lang="en-US" dirty="0"/>
          </a:p>
        </p:txBody>
      </p:sp>
      <p:sp>
        <p:nvSpPr>
          <p:cNvPr id="13" name="Text 10"/>
          <p:cNvSpPr/>
          <p:nvPr/>
        </p:nvSpPr>
        <p:spPr>
          <a:xfrm>
            <a:off x="2744391" y="286941"/>
            <a:ext cx="2928045" cy="1499592"/>
          </a:xfrm>
          <a:prstGeom prst="roundRect">
            <a:avLst>
              <a:gd name="adj" fmla="val 4743"/>
            </a:avLst>
          </a:prstGeom>
          <a:solidFill>
            <a:srgbClr val="EAF4F4"/>
          </a:solidFill>
          <a:ln/>
        </p:spPr>
        <p:txBody>
          <a:bodyPr wrap="square" rtlCol="0" anchor="t"/>
          <a:lstStyle/>
          <a:p>
            <a:pPr marL="0" indent="0">
              <a:buNone/>
            </a:pPr>
            <a:endParaRPr lang="en-US" dirty="0"/>
          </a:p>
        </p:txBody>
      </p:sp>
      <p:sp>
        <p:nvSpPr>
          <p:cNvPr id="14" name="Text 11"/>
          <p:cNvSpPr/>
          <p:nvPr/>
        </p:nvSpPr>
        <p:spPr>
          <a:xfrm>
            <a:off x="2744391" y="286941"/>
            <a:ext cx="19050" cy="1499592"/>
          </a:xfrm>
          <a:custGeom>
            <a:avLst/>
            <a:gdLst/>
            <a:ahLst/>
            <a:cxnLst/>
            <a:rect l="l" t="t" r="r" b="b"/>
            <a:pathLst>
              <a:path w="19050" h="149959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476916"/>
                </a:lnTo>
                <a:lnTo>
                  <a:pt x="16669" y="1474223"/>
                </a:lnTo>
                <a:lnTo>
                  <a:pt x="14288" y="1471229"/>
                </a:lnTo>
                <a:lnTo>
                  <a:pt x="11906" y="1467865"/>
                </a:lnTo>
                <a:lnTo>
                  <a:pt x="9525" y="1464026"/>
                </a:lnTo>
                <a:lnTo>
                  <a:pt x="7144" y="1459538"/>
                </a:lnTo>
                <a:lnTo>
                  <a:pt x="4763" y="1454060"/>
                </a:lnTo>
                <a:lnTo>
                  <a:pt x="2381" y="1446722"/>
                </a:lnTo>
                <a:lnTo>
                  <a:pt x="0" y="1428472"/>
                </a:lnTo>
                <a:close/>
              </a:path>
            </a:pathLst>
          </a:custGeom>
          <a:solidFill>
            <a:srgbClr val="55A49C"/>
          </a:solidFill>
          <a:ln/>
        </p:spPr>
        <p:txBody>
          <a:bodyPr wrap="square" rtlCol="0" anchor="t"/>
          <a:lstStyle/>
          <a:p>
            <a:pPr marL="0" indent="0">
              <a:buNone/>
            </a:pPr>
            <a:endParaRPr lang="en-US" dirty="0"/>
          </a:p>
        </p:txBody>
      </p:sp>
      <p:sp>
        <p:nvSpPr>
          <p:cNvPr id="15" name="Text 12"/>
          <p:cNvSpPr/>
          <p:nvPr/>
        </p:nvSpPr>
        <p:spPr>
          <a:xfrm>
            <a:off x="2891582" y="408831"/>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54173" y="471422"/>
            <a:ext cx="132588" cy="132588"/>
          </a:xfrm>
          <a:prstGeom prst="rect">
            <a:avLst/>
          </a:prstGeom>
        </p:spPr>
      </p:pic>
      <p:sp>
        <p:nvSpPr>
          <p:cNvPr id="17" name="Text 13"/>
          <p:cNvSpPr/>
          <p:nvPr/>
        </p:nvSpPr>
        <p:spPr>
          <a:xfrm>
            <a:off x="3249662" y="401241"/>
            <a:ext cx="2524095"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01</a:t>
            </a:r>
            <a:endParaRPr lang="en-US" sz="620" dirty="0"/>
          </a:p>
        </p:txBody>
      </p:sp>
      <p:sp>
        <p:nvSpPr>
          <p:cNvPr id="18" name="Text 14"/>
          <p:cNvSpPr/>
          <p:nvPr/>
        </p:nvSpPr>
        <p:spPr>
          <a:xfrm>
            <a:off x="3249662" y="540841"/>
            <a:ext cx="2340525" cy="335979"/>
          </a:xfrm>
          <a:prstGeom prst="rect">
            <a:avLst/>
          </a:prstGeom>
          <a:noFill/>
          <a:ln/>
        </p:spPr>
        <p:txBody>
          <a:bodyPr wrap="squar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Capturing key clinical moments from the session</a:t>
            </a:r>
            <a:endParaRPr lang="en-US" sz="870" dirty="0"/>
          </a:p>
        </p:txBody>
      </p:sp>
      <p:sp>
        <p:nvSpPr>
          <p:cNvPr id="19" name="Text 15"/>
          <p:cNvSpPr/>
          <p:nvPr/>
        </p:nvSpPr>
        <p:spPr>
          <a:xfrm>
            <a:off x="5901035" y="286941"/>
            <a:ext cx="2928045" cy="1499592"/>
          </a:xfrm>
          <a:prstGeom prst="roundRect">
            <a:avLst>
              <a:gd name="adj" fmla="val 4743"/>
            </a:avLst>
          </a:prstGeom>
          <a:solidFill>
            <a:srgbClr val="EAF4F4"/>
          </a:solidFill>
          <a:ln/>
        </p:spPr>
        <p:txBody>
          <a:bodyPr wrap="square" rtlCol="0" anchor="t"/>
          <a:lstStyle/>
          <a:p>
            <a:pPr marL="0" indent="0">
              <a:buNone/>
            </a:pPr>
            <a:endParaRPr lang="en-US" dirty="0"/>
          </a:p>
        </p:txBody>
      </p:sp>
      <p:sp>
        <p:nvSpPr>
          <p:cNvPr id="20" name="Text 16"/>
          <p:cNvSpPr/>
          <p:nvPr/>
        </p:nvSpPr>
        <p:spPr>
          <a:xfrm>
            <a:off x="5901035" y="286941"/>
            <a:ext cx="19050" cy="1499592"/>
          </a:xfrm>
          <a:custGeom>
            <a:avLst/>
            <a:gdLst/>
            <a:ahLst/>
            <a:cxnLst/>
            <a:rect l="l" t="t" r="r" b="b"/>
            <a:pathLst>
              <a:path w="19050" h="149959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476916"/>
                </a:lnTo>
                <a:lnTo>
                  <a:pt x="16669" y="1474223"/>
                </a:lnTo>
                <a:lnTo>
                  <a:pt x="14288" y="1471229"/>
                </a:lnTo>
                <a:lnTo>
                  <a:pt x="11906" y="1467865"/>
                </a:lnTo>
                <a:lnTo>
                  <a:pt x="9525" y="1464026"/>
                </a:lnTo>
                <a:lnTo>
                  <a:pt x="7144" y="1459538"/>
                </a:lnTo>
                <a:lnTo>
                  <a:pt x="4763" y="1454060"/>
                </a:lnTo>
                <a:lnTo>
                  <a:pt x="2381" y="1446722"/>
                </a:lnTo>
                <a:lnTo>
                  <a:pt x="0" y="1428472"/>
                </a:lnTo>
                <a:close/>
              </a:path>
            </a:pathLst>
          </a:custGeom>
          <a:solidFill>
            <a:srgbClr val="55A49C"/>
          </a:solidFill>
          <a:ln/>
        </p:spPr>
        <p:txBody>
          <a:bodyPr wrap="square" rtlCol="0" anchor="t"/>
          <a:lstStyle/>
          <a:p>
            <a:pPr marL="0" indent="0">
              <a:buNone/>
            </a:pPr>
            <a:endParaRPr lang="en-US" dirty="0"/>
          </a:p>
        </p:txBody>
      </p:sp>
      <p:sp>
        <p:nvSpPr>
          <p:cNvPr id="21" name="Text 17"/>
          <p:cNvSpPr/>
          <p:nvPr/>
        </p:nvSpPr>
        <p:spPr>
          <a:xfrm>
            <a:off x="6048226" y="408831"/>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10817" y="471422"/>
            <a:ext cx="132588" cy="132588"/>
          </a:xfrm>
          <a:prstGeom prst="rect">
            <a:avLst/>
          </a:prstGeom>
        </p:spPr>
      </p:pic>
      <p:sp>
        <p:nvSpPr>
          <p:cNvPr id="23" name="Text 18"/>
          <p:cNvSpPr/>
          <p:nvPr/>
        </p:nvSpPr>
        <p:spPr>
          <a:xfrm>
            <a:off x="6406307" y="401241"/>
            <a:ext cx="2262485"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02</a:t>
            </a:r>
            <a:endParaRPr lang="en-US" sz="620" dirty="0"/>
          </a:p>
        </p:txBody>
      </p:sp>
      <p:sp>
        <p:nvSpPr>
          <p:cNvPr id="24" name="Text 19"/>
          <p:cNvSpPr/>
          <p:nvPr/>
        </p:nvSpPr>
        <p:spPr>
          <a:xfrm>
            <a:off x="6406307" y="540841"/>
            <a:ext cx="2262485" cy="159990"/>
          </a:xfrm>
          <a:prstGeom prst="rect">
            <a:avLst/>
          </a:prstGeom>
          <a:noFill/>
          <a:ln/>
        </p:spPr>
        <p:txBody>
          <a:bodyPr wrap="non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Identifying and labeling interventions used</a:t>
            </a:r>
            <a:endParaRPr lang="en-US" sz="870" dirty="0"/>
          </a:p>
        </p:txBody>
      </p:sp>
      <p:sp>
        <p:nvSpPr>
          <p:cNvPr id="25" name="Text 20"/>
          <p:cNvSpPr/>
          <p:nvPr/>
        </p:nvSpPr>
        <p:spPr>
          <a:xfrm>
            <a:off x="2744391" y="1872853"/>
            <a:ext cx="2928045" cy="1339602"/>
          </a:xfrm>
          <a:prstGeom prst="roundRect">
            <a:avLst>
              <a:gd name="adj" fmla="val 5309"/>
            </a:avLst>
          </a:prstGeom>
          <a:solidFill>
            <a:srgbClr val="EAF4F4"/>
          </a:solidFill>
          <a:ln/>
        </p:spPr>
        <p:txBody>
          <a:bodyPr wrap="square" rtlCol="0" anchor="t"/>
          <a:lstStyle/>
          <a:p>
            <a:pPr marL="0" indent="0">
              <a:buNone/>
            </a:pPr>
            <a:endParaRPr lang="en-US" dirty="0"/>
          </a:p>
        </p:txBody>
      </p:sp>
      <p:sp>
        <p:nvSpPr>
          <p:cNvPr id="26" name="Text 21"/>
          <p:cNvSpPr/>
          <p:nvPr/>
        </p:nvSpPr>
        <p:spPr>
          <a:xfrm>
            <a:off x="2744391" y="1872853"/>
            <a:ext cx="19050" cy="1339602"/>
          </a:xfrm>
          <a:custGeom>
            <a:avLst/>
            <a:gdLst/>
            <a:ahLst/>
            <a:cxnLst/>
            <a:rect l="l" t="t" r="r" b="b"/>
            <a:pathLst>
              <a:path w="19050" h="133960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316925"/>
                </a:lnTo>
                <a:lnTo>
                  <a:pt x="16669" y="1314233"/>
                </a:lnTo>
                <a:lnTo>
                  <a:pt x="14288" y="1311238"/>
                </a:lnTo>
                <a:lnTo>
                  <a:pt x="11906" y="1307875"/>
                </a:lnTo>
                <a:lnTo>
                  <a:pt x="9525" y="1304036"/>
                </a:lnTo>
                <a:lnTo>
                  <a:pt x="7144" y="1299548"/>
                </a:lnTo>
                <a:lnTo>
                  <a:pt x="4763" y="1294070"/>
                </a:lnTo>
                <a:lnTo>
                  <a:pt x="2381" y="1286731"/>
                </a:lnTo>
                <a:lnTo>
                  <a:pt x="0" y="1268482"/>
                </a:lnTo>
                <a:close/>
              </a:path>
            </a:pathLst>
          </a:custGeom>
          <a:solidFill>
            <a:srgbClr val="55A49C"/>
          </a:solidFill>
          <a:ln/>
        </p:spPr>
        <p:txBody>
          <a:bodyPr wrap="square" rtlCol="0" anchor="t"/>
          <a:lstStyle/>
          <a:p>
            <a:pPr marL="0" indent="0">
              <a:buNone/>
            </a:pPr>
            <a:endParaRPr lang="en-US" dirty="0"/>
          </a:p>
        </p:txBody>
      </p:sp>
      <p:sp>
        <p:nvSpPr>
          <p:cNvPr id="27" name="Text 22"/>
          <p:cNvSpPr/>
          <p:nvPr/>
        </p:nvSpPr>
        <p:spPr>
          <a:xfrm>
            <a:off x="2891582" y="1994743"/>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54173" y="2057335"/>
            <a:ext cx="132588" cy="132588"/>
          </a:xfrm>
          <a:prstGeom prst="rect">
            <a:avLst/>
          </a:prstGeom>
        </p:spPr>
      </p:pic>
      <p:sp>
        <p:nvSpPr>
          <p:cNvPr id="29" name="Text 23"/>
          <p:cNvSpPr/>
          <p:nvPr/>
        </p:nvSpPr>
        <p:spPr>
          <a:xfrm>
            <a:off x="3249662" y="1987153"/>
            <a:ext cx="1411352"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03</a:t>
            </a:r>
            <a:endParaRPr lang="en-US" sz="620" dirty="0"/>
          </a:p>
        </p:txBody>
      </p:sp>
      <p:sp>
        <p:nvSpPr>
          <p:cNvPr id="30" name="Text 24"/>
          <p:cNvSpPr/>
          <p:nvPr/>
        </p:nvSpPr>
        <p:spPr>
          <a:xfrm>
            <a:off x="3249662" y="2126754"/>
            <a:ext cx="1411352" cy="159990"/>
          </a:xfrm>
          <a:prstGeom prst="rect">
            <a:avLst/>
          </a:prstGeom>
          <a:noFill/>
          <a:ln/>
        </p:spPr>
        <p:txBody>
          <a:bodyPr wrap="non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Pulling direct client quotes</a:t>
            </a:r>
            <a:endParaRPr lang="en-US" sz="870" dirty="0"/>
          </a:p>
        </p:txBody>
      </p:sp>
      <p:sp>
        <p:nvSpPr>
          <p:cNvPr id="31" name="Text 25"/>
          <p:cNvSpPr/>
          <p:nvPr/>
        </p:nvSpPr>
        <p:spPr>
          <a:xfrm>
            <a:off x="5901035" y="1872853"/>
            <a:ext cx="2928045" cy="1339602"/>
          </a:xfrm>
          <a:prstGeom prst="roundRect">
            <a:avLst>
              <a:gd name="adj" fmla="val 5309"/>
            </a:avLst>
          </a:prstGeom>
          <a:solidFill>
            <a:srgbClr val="EAF4F4"/>
          </a:solidFill>
          <a:ln/>
        </p:spPr>
        <p:txBody>
          <a:bodyPr wrap="square" rtlCol="0" anchor="t"/>
          <a:lstStyle/>
          <a:p>
            <a:pPr marL="0" indent="0">
              <a:buNone/>
            </a:pPr>
            <a:endParaRPr lang="en-US" dirty="0"/>
          </a:p>
        </p:txBody>
      </p:sp>
      <p:sp>
        <p:nvSpPr>
          <p:cNvPr id="32" name="Text 26"/>
          <p:cNvSpPr/>
          <p:nvPr/>
        </p:nvSpPr>
        <p:spPr>
          <a:xfrm>
            <a:off x="5901035" y="1872853"/>
            <a:ext cx="19050" cy="1339602"/>
          </a:xfrm>
          <a:custGeom>
            <a:avLst/>
            <a:gdLst/>
            <a:ahLst/>
            <a:cxnLst/>
            <a:rect l="l" t="t" r="r" b="b"/>
            <a:pathLst>
              <a:path w="19050" h="133960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316925"/>
                </a:lnTo>
                <a:lnTo>
                  <a:pt x="16669" y="1314233"/>
                </a:lnTo>
                <a:lnTo>
                  <a:pt x="14288" y="1311238"/>
                </a:lnTo>
                <a:lnTo>
                  <a:pt x="11906" y="1307875"/>
                </a:lnTo>
                <a:lnTo>
                  <a:pt x="9525" y="1304036"/>
                </a:lnTo>
                <a:lnTo>
                  <a:pt x="7144" y="1299548"/>
                </a:lnTo>
                <a:lnTo>
                  <a:pt x="4763" y="1294070"/>
                </a:lnTo>
                <a:lnTo>
                  <a:pt x="2381" y="1286731"/>
                </a:lnTo>
                <a:lnTo>
                  <a:pt x="0" y="1268482"/>
                </a:lnTo>
                <a:close/>
              </a:path>
            </a:pathLst>
          </a:custGeom>
          <a:solidFill>
            <a:srgbClr val="55A49C"/>
          </a:solidFill>
          <a:ln/>
        </p:spPr>
        <p:txBody>
          <a:bodyPr wrap="square" rtlCol="0" anchor="t"/>
          <a:lstStyle/>
          <a:p>
            <a:pPr marL="0" indent="0">
              <a:buNone/>
            </a:pPr>
            <a:endParaRPr lang="en-US" dirty="0"/>
          </a:p>
        </p:txBody>
      </p:sp>
      <p:sp>
        <p:nvSpPr>
          <p:cNvPr id="33" name="Text 27"/>
          <p:cNvSpPr/>
          <p:nvPr/>
        </p:nvSpPr>
        <p:spPr>
          <a:xfrm>
            <a:off x="6048226" y="1994743"/>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3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10817" y="2057335"/>
            <a:ext cx="132588" cy="132588"/>
          </a:xfrm>
          <a:prstGeom prst="rect">
            <a:avLst/>
          </a:prstGeom>
        </p:spPr>
      </p:pic>
      <p:sp>
        <p:nvSpPr>
          <p:cNvPr id="35" name="Text 28"/>
          <p:cNvSpPr/>
          <p:nvPr/>
        </p:nvSpPr>
        <p:spPr>
          <a:xfrm>
            <a:off x="6406307" y="1987153"/>
            <a:ext cx="2210098"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04</a:t>
            </a:r>
            <a:endParaRPr lang="en-US" sz="620" dirty="0"/>
          </a:p>
        </p:txBody>
      </p:sp>
      <p:sp>
        <p:nvSpPr>
          <p:cNvPr id="36" name="Text 29"/>
          <p:cNvSpPr/>
          <p:nvPr/>
        </p:nvSpPr>
        <p:spPr>
          <a:xfrm>
            <a:off x="6406307" y="2126754"/>
            <a:ext cx="2210098" cy="159990"/>
          </a:xfrm>
          <a:prstGeom prst="rect">
            <a:avLst/>
          </a:prstGeom>
          <a:noFill/>
          <a:ln/>
        </p:spPr>
        <p:txBody>
          <a:bodyPr wrap="non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Tracking themes across the conversation</a:t>
            </a:r>
            <a:endParaRPr lang="en-US" sz="870" dirty="0"/>
          </a:p>
        </p:txBody>
      </p:sp>
      <p:sp>
        <p:nvSpPr>
          <p:cNvPr id="37" name="Text 30"/>
          <p:cNvSpPr/>
          <p:nvPr/>
        </p:nvSpPr>
        <p:spPr>
          <a:xfrm>
            <a:off x="2744391" y="3298775"/>
            <a:ext cx="2928045" cy="1499592"/>
          </a:xfrm>
          <a:prstGeom prst="roundRect">
            <a:avLst>
              <a:gd name="adj" fmla="val 4743"/>
            </a:avLst>
          </a:prstGeom>
          <a:solidFill>
            <a:srgbClr val="EAF4F4"/>
          </a:solidFill>
          <a:ln/>
        </p:spPr>
        <p:txBody>
          <a:bodyPr wrap="square" rtlCol="0" anchor="t"/>
          <a:lstStyle/>
          <a:p>
            <a:pPr marL="0" indent="0">
              <a:buNone/>
            </a:pPr>
            <a:endParaRPr lang="en-US" dirty="0"/>
          </a:p>
        </p:txBody>
      </p:sp>
      <p:sp>
        <p:nvSpPr>
          <p:cNvPr id="38" name="Text 31"/>
          <p:cNvSpPr/>
          <p:nvPr/>
        </p:nvSpPr>
        <p:spPr>
          <a:xfrm>
            <a:off x="2744391" y="3298775"/>
            <a:ext cx="19050" cy="1499592"/>
          </a:xfrm>
          <a:custGeom>
            <a:avLst/>
            <a:gdLst/>
            <a:ahLst/>
            <a:cxnLst/>
            <a:rect l="l" t="t" r="r" b="b"/>
            <a:pathLst>
              <a:path w="19050" h="149959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476916"/>
                </a:lnTo>
                <a:lnTo>
                  <a:pt x="16669" y="1474223"/>
                </a:lnTo>
                <a:lnTo>
                  <a:pt x="14288" y="1471229"/>
                </a:lnTo>
                <a:lnTo>
                  <a:pt x="11906" y="1467865"/>
                </a:lnTo>
                <a:lnTo>
                  <a:pt x="9525" y="1464026"/>
                </a:lnTo>
                <a:lnTo>
                  <a:pt x="7144" y="1459538"/>
                </a:lnTo>
                <a:lnTo>
                  <a:pt x="4763" y="1454060"/>
                </a:lnTo>
                <a:lnTo>
                  <a:pt x="2381" y="1446722"/>
                </a:lnTo>
                <a:lnTo>
                  <a:pt x="0" y="1428472"/>
                </a:lnTo>
                <a:close/>
              </a:path>
            </a:pathLst>
          </a:custGeom>
          <a:solidFill>
            <a:srgbClr val="55A49C"/>
          </a:solidFill>
          <a:ln/>
        </p:spPr>
        <p:txBody>
          <a:bodyPr wrap="square" rtlCol="0" anchor="t"/>
          <a:lstStyle/>
          <a:p>
            <a:pPr marL="0" indent="0">
              <a:buNone/>
            </a:pPr>
            <a:endParaRPr lang="en-US" dirty="0"/>
          </a:p>
        </p:txBody>
      </p:sp>
      <p:sp>
        <p:nvSpPr>
          <p:cNvPr id="39" name="Text 32"/>
          <p:cNvSpPr/>
          <p:nvPr/>
        </p:nvSpPr>
        <p:spPr>
          <a:xfrm>
            <a:off x="2891582" y="3420666"/>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4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4173" y="3483257"/>
            <a:ext cx="132588" cy="132588"/>
          </a:xfrm>
          <a:prstGeom prst="rect">
            <a:avLst/>
          </a:prstGeom>
        </p:spPr>
      </p:pic>
      <p:sp>
        <p:nvSpPr>
          <p:cNvPr id="41" name="Text 33"/>
          <p:cNvSpPr/>
          <p:nvPr/>
        </p:nvSpPr>
        <p:spPr>
          <a:xfrm>
            <a:off x="3249662" y="3413075"/>
            <a:ext cx="2140684"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05</a:t>
            </a:r>
            <a:endParaRPr lang="en-US" sz="620" dirty="0"/>
          </a:p>
        </p:txBody>
      </p:sp>
      <p:sp>
        <p:nvSpPr>
          <p:cNvPr id="42" name="Text 34"/>
          <p:cNvSpPr/>
          <p:nvPr/>
        </p:nvSpPr>
        <p:spPr>
          <a:xfrm>
            <a:off x="3249662" y="3552676"/>
            <a:ext cx="2140684" cy="159990"/>
          </a:xfrm>
          <a:prstGeom prst="rect">
            <a:avLst/>
          </a:prstGeom>
          <a:noFill/>
          <a:ln/>
        </p:spPr>
        <p:txBody>
          <a:bodyPr wrap="non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Drafting assessment and plan language</a:t>
            </a:r>
            <a:endParaRPr lang="en-US" sz="870" dirty="0"/>
          </a:p>
        </p:txBody>
      </p:sp>
      <p:sp>
        <p:nvSpPr>
          <p:cNvPr id="43" name="Text 35"/>
          <p:cNvSpPr/>
          <p:nvPr/>
        </p:nvSpPr>
        <p:spPr>
          <a:xfrm>
            <a:off x="5901035" y="3298775"/>
            <a:ext cx="2928045" cy="1499592"/>
          </a:xfrm>
          <a:prstGeom prst="roundRect">
            <a:avLst>
              <a:gd name="adj" fmla="val 4743"/>
            </a:avLst>
          </a:prstGeom>
          <a:solidFill>
            <a:srgbClr val="EAF4F4"/>
          </a:solidFill>
          <a:ln/>
        </p:spPr>
        <p:txBody>
          <a:bodyPr wrap="square" rtlCol="0" anchor="t"/>
          <a:lstStyle/>
          <a:p>
            <a:pPr marL="0" indent="0">
              <a:buNone/>
            </a:pPr>
            <a:endParaRPr lang="en-US" dirty="0"/>
          </a:p>
        </p:txBody>
      </p:sp>
      <p:sp>
        <p:nvSpPr>
          <p:cNvPr id="44" name="Text 36"/>
          <p:cNvSpPr/>
          <p:nvPr/>
        </p:nvSpPr>
        <p:spPr>
          <a:xfrm>
            <a:off x="5901035" y="3298775"/>
            <a:ext cx="19050" cy="1499592"/>
          </a:xfrm>
          <a:custGeom>
            <a:avLst/>
            <a:gdLst/>
            <a:ahLst/>
            <a:cxnLst/>
            <a:rect l="l" t="t" r="r" b="b"/>
            <a:pathLst>
              <a:path w="19050" h="1499592">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1476916"/>
                </a:lnTo>
                <a:lnTo>
                  <a:pt x="16669" y="1474223"/>
                </a:lnTo>
                <a:lnTo>
                  <a:pt x="14288" y="1471229"/>
                </a:lnTo>
                <a:lnTo>
                  <a:pt x="11906" y="1467865"/>
                </a:lnTo>
                <a:lnTo>
                  <a:pt x="9525" y="1464026"/>
                </a:lnTo>
                <a:lnTo>
                  <a:pt x="7144" y="1459538"/>
                </a:lnTo>
                <a:lnTo>
                  <a:pt x="4763" y="1454060"/>
                </a:lnTo>
                <a:lnTo>
                  <a:pt x="2381" y="1446722"/>
                </a:lnTo>
                <a:lnTo>
                  <a:pt x="0" y="1428472"/>
                </a:lnTo>
                <a:close/>
              </a:path>
            </a:pathLst>
          </a:custGeom>
          <a:solidFill>
            <a:srgbClr val="55A49C"/>
          </a:solidFill>
          <a:ln/>
        </p:spPr>
        <p:txBody>
          <a:bodyPr wrap="square" rtlCol="0" anchor="t"/>
          <a:lstStyle/>
          <a:p>
            <a:pPr marL="0" indent="0">
              <a:buNone/>
            </a:pPr>
            <a:endParaRPr lang="en-US" dirty="0"/>
          </a:p>
        </p:txBody>
      </p:sp>
      <p:sp>
        <p:nvSpPr>
          <p:cNvPr id="45" name="Text 37"/>
          <p:cNvSpPr/>
          <p:nvPr/>
        </p:nvSpPr>
        <p:spPr>
          <a:xfrm>
            <a:off x="6048226" y="3420666"/>
            <a:ext cx="257770" cy="257770"/>
          </a:xfrm>
          <a:prstGeom prst="ellipse">
            <a:avLst/>
          </a:prstGeom>
          <a:solidFill>
            <a:srgbClr val="55A49C">
              <a:alpha val="15000"/>
            </a:srgbClr>
          </a:solidFill>
          <a:ln/>
        </p:spPr>
        <p:txBody>
          <a:bodyPr wrap="none" rtlCol="0" anchor="t"/>
          <a:lstStyle/>
          <a:p>
            <a:pPr marL="0" indent="0">
              <a:buNone/>
            </a:pPr>
            <a:endParaRPr lang="en-US" dirty="0"/>
          </a:p>
        </p:txBody>
      </p:sp>
      <p:pic>
        <p:nvPicPr>
          <p:cNvPr id="4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10817" y="3483257"/>
            <a:ext cx="132588" cy="132588"/>
          </a:xfrm>
          <a:prstGeom prst="rect">
            <a:avLst/>
          </a:prstGeom>
        </p:spPr>
      </p:pic>
      <p:sp>
        <p:nvSpPr>
          <p:cNvPr id="47" name="Text 38"/>
          <p:cNvSpPr/>
          <p:nvPr/>
        </p:nvSpPr>
        <p:spPr>
          <a:xfrm>
            <a:off x="6406307" y="3413075"/>
            <a:ext cx="2524095" cy="118021"/>
          </a:xfrm>
          <a:prstGeom prst="rect">
            <a:avLst/>
          </a:prstGeom>
          <a:noFill/>
          <a:ln/>
        </p:spPr>
        <p:txBody>
          <a:bodyPr wrap="none" lIns="0" tIns="0" rIns="0" bIns="0" rtlCol="0" anchor="t"/>
          <a:lstStyle/>
          <a:p>
            <a:pPr marL="0" indent="0" algn="l">
              <a:lnSpc>
                <a:spcPts val="930"/>
              </a:lnSpc>
              <a:buNone/>
            </a:pPr>
            <a:r>
              <a:rPr lang="en-US" sz="620" b="1" kern="0" spc="50" dirty="0">
                <a:solidFill>
                  <a:srgbClr val="FAB753"/>
                </a:solidFill>
                <a:latin typeface="Calibri" pitchFamily="34" charset="0"/>
                <a:ea typeface="Calibri" pitchFamily="34" charset="-122"/>
                <a:cs typeface="Calibri" pitchFamily="34" charset="-120"/>
              </a:rPr>
              <a:t>06</a:t>
            </a:r>
            <a:endParaRPr lang="en-US" sz="620" dirty="0"/>
          </a:p>
        </p:txBody>
      </p:sp>
      <p:sp>
        <p:nvSpPr>
          <p:cNvPr id="48" name="Text 39"/>
          <p:cNvSpPr/>
          <p:nvPr/>
        </p:nvSpPr>
        <p:spPr>
          <a:xfrm>
            <a:off x="6406307" y="3552676"/>
            <a:ext cx="2340525" cy="335979"/>
          </a:xfrm>
          <a:prstGeom prst="rect">
            <a:avLst/>
          </a:prstGeom>
          <a:noFill/>
          <a:ln/>
        </p:spPr>
        <p:txBody>
          <a:bodyPr wrap="square" lIns="0" tIns="0" rIns="0" bIns="0" rtlCol="0" anchor="t"/>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Significantly reducing documentation time when used in session</a:t>
            </a:r>
            <a:endParaRPr lang="en-US" sz="870" dirty="0"/>
          </a:p>
        </p:txBody>
      </p:sp>
      <p:sp>
        <p:nvSpPr>
          <p:cNvPr id="49" name="Text 40"/>
          <p:cNvSpPr/>
          <p:nvPr/>
        </p:nvSpPr>
        <p:spPr>
          <a:xfrm>
            <a:off x="0" y="4798368"/>
            <a:ext cx="9144000" cy="345132"/>
          </a:xfrm>
          <a:prstGeom prst="rect">
            <a:avLst/>
          </a:prstGeom>
          <a:solidFill>
            <a:srgbClr val="FAB753"/>
          </a:solidFill>
          <a:ln/>
        </p:spPr>
        <p:txBody>
          <a:bodyPr wrap="square" rtlCol="0" anchor="t"/>
          <a:lstStyle/>
          <a:p>
            <a:pPr marL="0" indent="0">
              <a:buNone/>
            </a:pPr>
            <a:endParaRPr lang="en-US" dirty="0"/>
          </a:p>
        </p:txBody>
      </p:sp>
      <p:pic>
        <p:nvPicPr>
          <p:cNvPr id="5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2428" y="4904640"/>
            <a:ext cx="132588" cy="132588"/>
          </a:xfrm>
          <a:prstGeom prst="rect">
            <a:avLst/>
          </a:prstGeom>
        </p:spPr>
      </p:pic>
      <p:sp>
        <p:nvSpPr>
          <p:cNvPr id="51" name="Text 41"/>
          <p:cNvSpPr/>
          <p:nvPr/>
        </p:nvSpPr>
        <p:spPr>
          <a:xfrm>
            <a:off x="522833" y="4890939"/>
            <a:ext cx="4151873" cy="159990"/>
          </a:xfrm>
          <a:prstGeom prst="rect">
            <a:avLst/>
          </a:prstGeom>
          <a:noFill/>
          <a:ln/>
        </p:spPr>
        <p:txBody>
          <a:bodyPr wrap="none" lIns="0" tIns="0" rIns="0" bIns="0" rtlCol="0" anchor="ctr"/>
          <a:lstStyle/>
          <a:p>
            <a:pPr marL="0" indent="0" algn="l">
              <a:lnSpc>
                <a:spcPts val="1260"/>
              </a:lnSpc>
              <a:buNone/>
            </a:pPr>
            <a:r>
              <a:rPr lang="en-US" sz="840" b="1" i="1" kern="0" spc="8" dirty="0">
                <a:solidFill>
                  <a:srgbClr val="1B5E72"/>
                </a:solidFill>
                <a:latin typeface="Calibri" pitchFamily="34" charset="0"/>
                <a:ea typeface="Calibri" pitchFamily="34" charset="-122"/>
                <a:cs typeface="Calibri" pitchFamily="34" charset="-120"/>
              </a:rPr>
              <a:t>The goal is a note that is 90–100% complete by the time the client leaves.</a:t>
            </a:r>
            <a:endParaRPr lang="en-US" sz="840" dirty="0"/>
          </a:p>
        </p:txBody>
      </p:sp>
      <p:sp>
        <p:nvSpPr>
          <p:cNvPr id="52" name="Text 42"/>
          <p:cNvSpPr/>
          <p:nvPr/>
        </p:nvSpPr>
        <p:spPr>
          <a:xfrm>
            <a:off x="2400300" y="0"/>
            <a:ext cx="29170" cy="4798371"/>
          </a:xfrm>
          <a:prstGeom prst="rect">
            <a:avLst/>
          </a:prstGeom>
          <a:solidFill>
            <a:srgbClr val="FAB753"/>
          </a:solidFill>
          <a:ln/>
        </p:spPr>
        <p:txBody>
          <a:bodyPr wrap="squar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71370"/>
          </a:xfrm>
          <a:prstGeom prst="rect">
            <a:avLst/>
          </a:prstGeom>
          <a:solidFill>
            <a:srgbClr val="1B5E72"/>
          </a:solidFill>
          <a:ln/>
        </p:spPr>
        <p:txBody>
          <a:bodyPr wrap="square" lIns="457200" tIns="157480" rIns="457200" bIns="128270" rtlCol="0" anchor="t"/>
          <a:lstStyle/>
          <a:p>
            <a:pPr marL="0" indent="0" algn="l">
              <a:buNone/>
            </a:pPr>
            <a:r>
              <a:rPr lang="en-US" sz="1800" b="1" kern="0" spc="-20" dirty="0">
                <a:solidFill>
                  <a:srgbClr val="FFFFFF"/>
                </a:solidFill>
                <a:latin typeface="Calibri Light" pitchFamily="34" charset="0"/>
                <a:ea typeface="Calibri Light" pitchFamily="34" charset="-122"/>
                <a:cs typeface="Calibri Light" pitchFamily="34" charset="-120"/>
              </a:rPr>
              <a:t>Step 1 — Setup &amp; Login</a:t>
            </a:r>
            <a:endParaRPr lang="en-US" sz="1800" dirty="0"/>
          </a:p>
          <a:p>
            <a:pPr marL="0" indent="0" algn="l">
              <a:buNone/>
            </a:pPr>
            <a:r>
              <a:rPr lang="en-US" sz="960" i="1" kern="0" spc="10" dirty="0">
                <a:solidFill>
                  <a:srgbClr val="55A49C"/>
                </a:solidFill>
                <a:latin typeface="Calibri" pitchFamily="34" charset="0"/>
                <a:ea typeface="Calibri" pitchFamily="34" charset="-122"/>
                <a:cs typeface="Calibri" pitchFamily="34" charset="-120"/>
              </a:rPr>
              <a:t>Before anything else, let's make sure you're in.</a:t>
            </a:r>
            <a:endParaRPr lang="en-US" sz="1800" dirty="0"/>
          </a:p>
        </p:txBody>
      </p:sp>
      <p:sp>
        <p:nvSpPr>
          <p:cNvPr id="3" name="Text 1"/>
          <p:cNvSpPr/>
          <p:nvPr/>
        </p:nvSpPr>
        <p:spPr>
          <a:xfrm>
            <a:off x="1485900" y="1150144"/>
            <a:ext cx="2057400" cy="21580"/>
          </a:xfrm>
          <a:prstGeom prst="rect">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4" name="Text 2"/>
          <p:cNvSpPr/>
          <p:nvPr/>
        </p:nvSpPr>
        <p:spPr>
          <a:xfrm>
            <a:off x="457200" y="1477714"/>
            <a:ext cx="2057400" cy="1240036"/>
          </a:xfrm>
          <a:prstGeom prst="roundRect">
            <a:avLst>
              <a:gd name="adj" fmla="val 6964"/>
            </a:avLst>
          </a:prstGeom>
          <a:solidFill>
            <a:srgbClr val="EAF4F4"/>
          </a:solidFill>
          <a:ln/>
        </p:spPr>
        <p:txBody>
          <a:bodyPr wrap="square" rtlCol="0" anchor="t"/>
          <a:lstStyle/>
          <a:p>
            <a:pPr marL="0" indent="0">
              <a:buNone/>
            </a:pPr>
            <a:endParaRPr lang="en-US" dirty="0"/>
          </a:p>
        </p:txBody>
      </p:sp>
      <p:sp>
        <p:nvSpPr>
          <p:cNvPr id="5" name="Text 3"/>
          <p:cNvSpPr/>
          <p:nvPr/>
        </p:nvSpPr>
        <p:spPr>
          <a:xfrm>
            <a:off x="457200" y="1477714"/>
            <a:ext cx="2057400" cy="28575"/>
          </a:xfrm>
          <a:custGeom>
            <a:avLst/>
            <a:gdLst/>
            <a:ahLst/>
            <a:cxnLst/>
            <a:rect l="l" t="t" r="r" b="b"/>
            <a:pathLst>
              <a:path w="20574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035219" y="28575"/>
                </a:lnTo>
                <a:lnTo>
                  <a:pt x="2031813" y="25003"/>
                </a:lnTo>
                <a:lnTo>
                  <a:pt x="2027981" y="21431"/>
                </a:lnTo>
                <a:lnTo>
                  <a:pt x="2023630" y="17859"/>
                </a:lnTo>
                <a:lnTo>
                  <a:pt x="2018617" y="14288"/>
                </a:lnTo>
                <a:lnTo>
                  <a:pt x="2012705" y="10716"/>
                </a:lnTo>
                <a:lnTo>
                  <a:pt x="2005432" y="7144"/>
                </a:lnTo>
                <a:lnTo>
                  <a:pt x="1995620" y="3572"/>
                </a:lnTo>
                <a:lnTo>
                  <a:pt x="1971040" y="0"/>
                </a:lnTo>
                <a:close/>
              </a:path>
            </a:pathLst>
          </a:custGeom>
          <a:solidFill>
            <a:srgbClr val="55A49C"/>
          </a:solidFill>
          <a:ln/>
        </p:spPr>
        <p:txBody>
          <a:bodyPr wrap="non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5341" y="1649760"/>
            <a:ext cx="150465" cy="150465"/>
          </a:xfrm>
          <a:prstGeom prst="rect">
            <a:avLst/>
          </a:prstGeom>
        </p:spPr>
      </p:pic>
      <p:sp>
        <p:nvSpPr>
          <p:cNvPr id="7" name="Text 4"/>
          <p:cNvSpPr/>
          <p:nvPr/>
        </p:nvSpPr>
        <p:spPr>
          <a:xfrm>
            <a:off x="585341" y="1871216"/>
            <a:ext cx="925785" cy="172045"/>
          </a:xfrm>
          <a:prstGeom prst="rect">
            <a:avLst/>
          </a:prstGeom>
          <a:noFill/>
          <a:ln/>
        </p:spPr>
        <p:txBody>
          <a:bodyPr wrap="none" lIns="0" tIns="0" rIns="0" bIns="0" rtlCol="0" anchor="t"/>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Open Avatar</a:t>
            </a:r>
            <a:endParaRPr lang="en-US" sz="1130" dirty="0"/>
          </a:p>
        </p:txBody>
      </p:sp>
      <p:sp>
        <p:nvSpPr>
          <p:cNvPr id="8" name="Text 5"/>
          <p:cNvSpPr/>
          <p:nvPr/>
        </p:nvSpPr>
        <p:spPr>
          <a:xfrm>
            <a:off x="585341" y="2092672"/>
            <a:ext cx="1837140" cy="521784"/>
          </a:xfrm>
          <a:prstGeom prst="rect">
            <a:avLst/>
          </a:prstGeom>
          <a:noFill/>
          <a:ln/>
        </p:spPr>
        <p:txBody>
          <a:bodyPr wrap="square" lIns="0" tIns="0" rIns="0" bIns="0" rtlCol="0" anchor="t"/>
          <a:lstStyle/>
          <a:p>
            <a:pPr marL="0" indent="0" algn="l">
              <a:lnSpc>
                <a:spcPts val="1305"/>
              </a:lnSpc>
              <a:buNone/>
            </a:pPr>
            <a:r>
              <a:rPr lang="en-US" sz="870" dirty="0">
                <a:solidFill>
                  <a:srgbClr val="2C2C2C"/>
                </a:solidFill>
                <a:latin typeface="Calibri" pitchFamily="34" charset="0"/>
                <a:ea typeface="Calibri" pitchFamily="34" charset="-122"/>
                <a:cs typeface="Calibri" pitchFamily="34" charset="-120"/>
              </a:rPr>
              <a:t>Navigate to Avatar TN NX Live in your browser and confirm the application loads correctly.</a:t>
            </a:r>
            <a:endParaRPr lang="en-US" sz="870" dirty="0"/>
          </a:p>
        </p:txBody>
      </p:sp>
      <p:sp>
        <p:nvSpPr>
          <p:cNvPr id="9" name="Text 6"/>
          <p:cNvSpPr/>
          <p:nvPr/>
        </p:nvSpPr>
        <p:spPr>
          <a:xfrm>
            <a:off x="3543300" y="1150144"/>
            <a:ext cx="2057400" cy="21580"/>
          </a:xfrm>
          <a:prstGeom prst="rect">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10" name="Text 7"/>
          <p:cNvSpPr/>
          <p:nvPr/>
        </p:nvSpPr>
        <p:spPr>
          <a:xfrm>
            <a:off x="2514600" y="1477714"/>
            <a:ext cx="2057400" cy="1240036"/>
          </a:xfrm>
          <a:prstGeom prst="roundRect">
            <a:avLst>
              <a:gd name="adj" fmla="val 6964"/>
            </a:avLst>
          </a:prstGeom>
          <a:solidFill>
            <a:srgbClr val="EAF4F4"/>
          </a:solidFill>
          <a:ln/>
        </p:spPr>
        <p:txBody>
          <a:bodyPr wrap="square" rtlCol="0" anchor="t"/>
          <a:lstStyle/>
          <a:p>
            <a:pPr marL="0" indent="0">
              <a:buNone/>
            </a:pPr>
            <a:endParaRPr lang="en-US" dirty="0"/>
          </a:p>
        </p:txBody>
      </p:sp>
      <p:sp>
        <p:nvSpPr>
          <p:cNvPr id="11" name="Text 8"/>
          <p:cNvSpPr/>
          <p:nvPr/>
        </p:nvSpPr>
        <p:spPr>
          <a:xfrm>
            <a:off x="2514600" y="1477714"/>
            <a:ext cx="2057400" cy="28575"/>
          </a:xfrm>
          <a:custGeom>
            <a:avLst/>
            <a:gdLst/>
            <a:ahLst/>
            <a:cxnLst/>
            <a:rect l="l" t="t" r="r" b="b"/>
            <a:pathLst>
              <a:path w="20574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035219" y="28575"/>
                </a:lnTo>
                <a:lnTo>
                  <a:pt x="2031813" y="25003"/>
                </a:lnTo>
                <a:lnTo>
                  <a:pt x="2027981" y="21431"/>
                </a:lnTo>
                <a:lnTo>
                  <a:pt x="2023630" y="17859"/>
                </a:lnTo>
                <a:lnTo>
                  <a:pt x="2018617" y="14288"/>
                </a:lnTo>
                <a:lnTo>
                  <a:pt x="2012705" y="10716"/>
                </a:lnTo>
                <a:lnTo>
                  <a:pt x="2005432" y="7144"/>
                </a:lnTo>
                <a:lnTo>
                  <a:pt x="1995620" y="3572"/>
                </a:lnTo>
                <a:lnTo>
                  <a:pt x="1971040" y="0"/>
                </a:lnTo>
                <a:close/>
              </a:path>
            </a:pathLst>
          </a:custGeom>
          <a:solidFill>
            <a:srgbClr val="55A49C"/>
          </a:solidFill>
          <a:ln/>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2741" y="1649760"/>
            <a:ext cx="150465" cy="150465"/>
          </a:xfrm>
          <a:prstGeom prst="rect">
            <a:avLst/>
          </a:prstGeom>
        </p:spPr>
      </p:pic>
      <p:sp>
        <p:nvSpPr>
          <p:cNvPr id="13" name="Text 9"/>
          <p:cNvSpPr/>
          <p:nvPr/>
        </p:nvSpPr>
        <p:spPr>
          <a:xfrm>
            <a:off x="2642741" y="1871216"/>
            <a:ext cx="867341" cy="172045"/>
          </a:xfrm>
          <a:prstGeom prst="rect">
            <a:avLst/>
          </a:prstGeom>
          <a:noFill/>
          <a:ln/>
        </p:spPr>
        <p:txBody>
          <a:bodyPr wrap="none" lIns="0" tIns="0" rIns="0" bIns="0" rtlCol="0" anchor="t"/>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Open Eleos</a:t>
            </a:r>
            <a:endParaRPr lang="en-US" sz="1130" dirty="0"/>
          </a:p>
        </p:txBody>
      </p:sp>
      <p:sp>
        <p:nvSpPr>
          <p:cNvPr id="14" name="Text 10"/>
          <p:cNvSpPr/>
          <p:nvPr/>
        </p:nvSpPr>
        <p:spPr>
          <a:xfrm>
            <a:off x="2642741" y="2092672"/>
            <a:ext cx="1837140" cy="521784"/>
          </a:xfrm>
          <a:prstGeom prst="rect">
            <a:avLst/>
          </a:prstGeom>
          <a:noFill/>
          <a:ln/>
        </p:spPr>
        <p:txBody>
          <a:bodyPr wrap="square" lIns="0" tIns="0" rIns="0" bIns="0" rtlCol="0" anchor="t"/>
          <a:lstStyle/>
          <a:p>
            <a:pPr marL="0" indent="0" algn="l">
              <a:lnSpc>
                <a:spcPts val="1305"/>
              </a:lnSpc>
              <a:buNone/>
            </a:pPr>
            <a:r>
              <a:rPr lang="en-US" sz="870" dirty="0">
                <a:solidFill>
                  <a:srgbClr val="2C2C2C"/>
                </a:solidFill>
                <a:latin typeface="Calibri" pitchFamily="34" charset="0"/>
                <a:ea typeface="Calibri" pitchFamily="34" charset="-122"/>
                <a:cs typeface="Calibri" pitchFamily="34" charset="-120"/>
              </a:rPr>
              <a:t>Launch the Eleos app alongside Avatar so both are visible and ready to use together.</a:t>
            </a:r>
            <a:endParaRPr lang="en-US" sz="870" dirty="0"/>
          </a:p>
        </p:txBody>
      </p:sp>
      <p:sp>
        <p:nvSpPr>
          <p:cNvPr id="15" name="Text 11"/>
          <p:cNvSpPr/>
          <p:nvPr/>
        </p:nvSpPr>
        <p:spPr>
          <a:xfrm>
            <a:off x="5600700" y="1150144"/>
            <a:ext cx="2057400" cy="21580"/>
          </a:xfrm>
          <a:prstGeom prst="rect">
            <a:avLst/>
          </a:prstGeom>
          <a:gradFill rotWithShape="1">
            <a:gsLst>
              <a:gs pos="0">
                <a:srgbClr val="FAB753"/>
              </a:gs>
              <a:gs pos="100000">
                <a:srgbClr val="FAB753"/>
              </a:gs>
            </a:gsLst>
            <a:lin ang="0" scaled="1"/>
          </a:gradFill>
          <a:ln/>
        </p:spPr>
        <p:txBody>
          <a:bodyPr wrap="none" rtlCol="0" anchor="t"/>
          <a:lstStyle/>
          <a:p>
            <a:pPr marL="0" indent="0">
              <a:buNone/>
            </a:pPr>
            <a:endParaRPr lang="en-US" dirty="0"/>
          </a:p>
        </p:txBody>
      </p:sp>
      <p:sp>
        <p:nvSpPr>
          <p:cNvPr id="16" name="Text 12"/>
          <p:cNvSpPr/>
          <p:nvPr/>
        </p:nvSpPr>
        <p:spPr>
          <a:xfrm>
            <a:off x="4572000" y="1477714"/>
            <a:ext cx="2057400" cy="1240036"/>
          </a:xfrm>
          <a:prstGeom prst="roundRect">
            <a:avLst>
              <a:gd name="adj" fmla="val 6964"/>
            </a:avLst>
          </a:prstGeom>
          <a:solidFill>
            <a:srgbClr val="EAF4F4"/>
          </a:solidFill>
          <a:ln/>
        </p:spPr>
        <p:txBody>
          <a:bodyPr wrap="square" rtlCol="0" anchor="t"/>
          <a:lstStyle/>
          <a:p>
            <a:pPr marL="0" indent="0">
              <a:buNone/>
            </a:pPr>
            <a:endParaRPr lang="en-US" dirty="0"/>
          </a:p>
        </p:txBody>
      </p:sp>
      <p:sp>
        <p:nvSpPr>
          <p:cNvPr id="17" name="Text 13"/>
          <p:cNvSpPr/>
          <p:nvPr/>
        </p:nvSpPr>
        <p:spPr>
          <a:xfrm>
            <a:off x="4572000" y="1477714"/>
            <a:ext cx="2057400" cy="28575"/>
          </a:xfrm>
          <a:custGeom>
            <a:avLst/>
            <a:gdLst/>
            <a:ahLst/>
            <a:cxnLst/>
            <a:rect l="l" t="t" r="r" b="b"/>
            <a:pathLst>
              <a:path w="20574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035219" y="28575"/>
                </a:lnTo>
                <a:lnTo>
                  <a:pt x="2031813" y="25003"/>
                </a:lnTo>
                <a:lnTo>
                  <a:pt x="2027981" y="21431"/>
                </a:lnTo>
                <a:lnTo>
                  <a:pt x="2023630" y="17859"/>
                </a:lnTo>
                <a:lnTo>
                  <a:pt x="2018617" y="14288"/>
                </a:lnTo>
                <a:lnTo>
                  <a:pt x="2012705" y="10716"/>
                </a:lnTo>
                <a:lnTo>
                  <a:pt x="2005432" y="7144"/>
                </a:lnTo>
                <a:lnTo>
                  <a:pt x="1995620" y="3572"/>
                </a:lnTo>
                <a:lnTo>
                  <a:pt x="1971040" y="0"/>
                </a:lnTo>
                <a:close/>
              </a:path>
            </a:pathLst>
          </a:custGeom>
          <a:solidFill>
            <a:srgbClr val="55A49C"/>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0141" y="1649760"/>
            <a:ext cx="150465" cy="150465"/>
          </a:xfrm>
          <a:prstGeom prst="rect">
            <a:avLst/>
          </a:prstGeom>
        </p:spPr>
      </p:pic>
      <p:sp>
        <p:nvSpPr>
          <p:cNvPr id="19" name="Text 14"/>
          <p:cNvSpPr/>
          <p:nvPr/>
        </p:nvSpPr>
        <p:spPr>
          <a:xfrm>
            <a:off x="4700141" y="1871216"/>
            <a:ext cx="1077218" cy="172045"/>
          </a:xfrm>
          <a:prstGeom prst="rect">
            <a:avLst/>
          </a:prstGeom>
          <a:noFill/>
          <a:ln/>
        </p:spPr>
        <p:txBody>
          <a:bodyPr wrap="none" lIns="0" tIns="0" rIns="0" bIns="0" rtlCol="0" anchor="t"/>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Confirm Login</a:t>
            </a:r>
            <a:endParaRPr lang="en-US" sz="1130" dirty="0"/>
          </a:p>
        </p:txBody>
      </p:sp>
      <p:sp>
        <p:nvSpPr>
          <p:cNvPr id="20" name="Text 15"/>
          <p:cNvSpPr/>
          <p:nvPr/>
        </p:nvSpPr>
        <p:spPr>
          <a:xfrm>
            <a:off x="4700141" y="2092672"/>
            <a:ext cx="1837140" cy="521784"/>
          </a:xfrm>
          <a:prstGeom prst="rect">
            <a:avLst/>
          </a:prstGeom>
          <a:noFill/>
          <a:ln/>
        </p:spPr>
        <p:txBody>
          <a:bodyPr wrap="square" lIns="0" tIns="0" rIns="0" bIns="0" rtlCol="0" anchor="t"/>
          <a:lstStyle/>
          <a:p>
            <a:pPr marL="0" indent="0" algn="l">
              <a:lnSpc>
                <a:spcPts val="1305"/>
              </a:lnSpc>
              <a:buNone/>
            </a:pPr>
            <a:r>
              <a:rPr lang="en-US" sz="870" dirty="0">
                <a:solidFill>
                  <a:srgbClr val="2C2C2C"/>
                </a:solidFill>
                <a:latin typeface="Calibri" pitchFamily="34" charset="0"/>
                <a:ea typeface="Calibri" pitchFamily="34" charset="-122"/>
                <a:cs typeface="Calibri" pitchFamily="34" charset="-120"/>
              </a:rPr>
              <a:t>Verify your credentials are accepted. Confirm microphone permissions and notifications are enabled.</a:t>
            </a:r>
            <a:endParaRPr lang="en-US" sz="870" dirty="0"/>
          </a:p>
        </p:txBody>
      </p:sp>
      <p:sp>
        <p:nvSpPr>
          <p:cNvPr id="21" name="Text 16"/>
          <p:cNvSpPr/>
          <p:nvPr/>
        </p:nvSpPr>
        <p:spPr>
          <a:xfrm>
            <a:off x="6629400" y="1477714"/>
            <a:ext cx="2057400" cy="1240036"/>
          </a:xfrm>
          <a:prstGeom prst="roundRect">
            <a:avLst>
              <a:gd name="adj" fmla="val 6964"/>
            </a:avLst>
          </a:prstGeom>
          <a:solidFill>
            <a:srgbClr val="EAF4F4"/>
          </a:solidFill>
          <a:ln/>
        </p:spPr>
        <p:txBody>
          <a:bodyPr wrap="square" rtlCol="0" anchor="t"/>
          <a:lstStyle/>
          <a:p>
            <a:pPr marL="0" indent="0">
              <a:buNone/>
            </a:pPr>
            <a:endParaRPr lang="en-US" dirty="0"/>
          </a:p>
        </p:txBody>
      </p:sp>
      <p:sp>
        <p:nvSpPr>
          <p:cNvPr id="22" name="Text 17"/>
          <p:cNvSpPr/>
          <p:nvPr/>
        </p:nvSpPr>
        <p:spPr>
          <a:xfrm>
            <a:off x="6629400" y="1477714"/>
            <a:ext cx="2057400" cy="28575"/>
          </a:xfrm>
          <a:custGeom>
            <a:avLst/>
            <a:gdLst/>
            <a:ahLst/>
            <a:cxnLst/>
            <a:rect l="l" t="t" r="r" b="b"/>
            <a:pathLst>
              <a:path w="2057400" h="28575">
                <a:moveTo>
                  <a:pt x="86360" y="0"/>
                </a:moveTo>
                <a:lnTo>
                  <a:pt x="61780" y="3572"/>
                </a:lnTo>
                <a:lnTo>
                  <a:pt x="51968" y="7144"/>
                </a:lnTo>
                <a:lnTo>
                  <a:pt x="44695" y="10716"/>
                </a:lnTo>
                <a:lnTo>
                  <a:pt x="38783" y="14288"/>
                </a:lnTo>
                <a:lnTo>
                  <a:pt x="33770" y="17859"/>
                </a:lnTo>
                <a:lnTo>
                  <a:pt x="29419" y="21431"/>
                </a:lnTo>
                <a:lnTo>
                  <a:pt x="25587" y="25003"/>
                </a:lnTo>
                <a:lnTo>
                  <a:pt x="22181" y="28575"/>
                </a:lnTo>
                <a:lnTo>
                  <a:pt x="2035219" y="28575"/>
                </a:lnTo>
                <a:lnTo>
                  <a:pt x="2031813" y="25003"/>
                </a:lnTo>
                <a:lnTo>
                  <a:pt x="2027981" y="21431"/>
                </a:lnTo>
                <a:lnTo>
                  <a:pt x="2023630" y="17859"/>
                </a:lnTo>
                <a:lnTo>
                  <a:pt x="2018617" y="14288"/>
                </a:lnTo>
                <a:lnTo>
                  <a:pt x="2012705" y="10716"/>
                </a:lnTo>
                <a:lnTo>
                  <a:pt x="2005432" y="7144"/>
                </a:lnTo>
                <a:lnTo>
                  <a:pt x="1995620" y="3572"/>
                </a:lnTo>
                <a:lnTo>
                  <a:pt x="1971040" y="0"/>
                </a:lnTo>
                <a:close/>
              </a:path>
            </a:pathLst>
          </a:custGeom>
          <a:solidFill>
            <a:srgbClr val="55A49C"/>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57541" y="1649760"/>
            <a:ext cx="150465" cy="150465"/>
          </a:xfrm>
          <a:prstGeom prst="rect">
            <a:avLst/>
          </a:prstGeom>
        </p:spPr>
      </p:pic>
      <p:sp>
        <p:nvSpPr>
          <p:cNvPr id="24" name="Text 18"/>
          <p:cNvSpPr/>
          <p:nvPr/>
        </p:nvSpPr>
        <p:spPr>
          <a:xfrm>
            <a:off x="6757541" y="1871216"/>
            <a:ext cx="1386795" cy="172045"/>
          </a:xfrm>
          <a:prstGeom prst="rect">
            <a:avLst/>
          </a:prstGeom>
          <a:noFill/>
          <a:ln/>
        </p:spPr>
        <p:txBody>
          <a:bodyPr wrap="none" lIns="0" tIns="0" rIns="0" bIns="0" rtlCol="0" anchor="t"/>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Check Audio Input</a:t>
            </a:r>
            <a:endParaRPr lang="en-US" sz="1130" dirty="0"/>
          </a:p>
        </p:txBody>
      </p:sp>
      <p:sp>
        <p:nvSpPr>
          <p:cNvPr id="25" name="Text 19"/>
          <p:cNvSpPr/>
          <p:nvPr/>
        </p:nvSpPr>
        <p:spPr>
          <a:xfrm>
            <a:off x="6757541" y="2092672"/>
            <a:ext cx="1837140" cy="521784"/>
          </a:xfrm>
          <a:prstGeom prst="rect">
            <a:avLst/>
          </a:prstGeom>
          <a:noFill/>
          <a:ln/>
        </p:spPr>
        <p:txBody>
          <a:bodyPr wrap="square" lIns="0" tIns="0" rIns="0" bIns="0" rtlCol="0" anchor="t"/>
          <a:lstStyle/>
          <a:p>
            <a:pPr marL="0" indent="0" algn="l">
              <a:lnSpc>
                <a:spcPts val="1305"/>
              </a:lnSpc>
              <a:buNone/>
            </a:pPr>
            <a:r>
              <a:rPr lang="en-US" sz="870" dirty="0">
                <a:solidFill>
                  <a:srgbClr val="2C2C2C"/>
                </a:solidFill>
                <a:latin typeface="Calibri" pitchFamily="34" charset="0"/>
                <a:ea typeface="Calibri" pitchFamily="34" charset="-122"/>
                <a:cs typeface="Calibri" pitchFamily="34" charset="-120"/>
              </a:rPr>
              <a:t>Confirm your device is picking up sound correctly before any session begins.</a:t>
            </a:r>
            <a:endParaRPr lang="en-US" sz="870" dirty="0"/>
          </a:p>
        </p:txBody>
      </p:sp>
      <p:sp>
        <p:nvSpPr>
          <p:cNvPr id="26" name="Text 20"/>
          <p:cNvSpPr/>
          <p:nvPr/>
        </p:nvSpPr>
        <p:spPr>
          <a:xfrm>
            <a:off x="457200" y="2875211"/>
            <a:ext cx="8229600" cy="408087"/>
          </a:xfrm>
          <a:prstGeom prst="roundRect">
            <a:avLst>
              <a:gd name="adj" fmla="val 17428"/>
            </a:avLst>
          </a:prstGeom>
          <a:solidFill>
            <a:srgbClr val="FAB753"/>
          </a:solidFill>
          <a:ln/>
        </p:spPr>
        <p:txBody>
          <a:bodyPr wrap="squar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800" y="2998738"/>
            <a:ext cx="160883" cy="160883"/>
          </a:xfrm>
          <a:prstGeom prst="rect">
            <a:avLst/>
          </a:prstGeom>
        </p:spPr>
      </p:pic>
      <p:sp>
        <p:nvSpPr>
          <p:cNvPr id="28" name="Text 21"/>
          <p:cNvSpPr/>
          <p:nvPr/>
        </p:nvSpPr>
        <p:spPr>
          <a:xfrm>
            <a:off x="974824" y="2989511"/>
            <a:ext cx="6203007" cy="179487"/>
          </a:xfrm>
          <a:prstGeom prst="rect">
            <a:avLst/>
          </a:prstGeom>
          <a:noFill/>
          <a:ln/>
        </p:spPr>
        <p:txBody>
          <a:bodyPr wrap="none" lIns="0" tIns="0" rIns="0" bIns="0" rtlCol="0" anchor="ctr"/>
          <a:lstStyle/>
          <a:p>
            <a:pPr marL="0" indent="0" algn="l">
              <a:lnSpc>
                <a:spcPts val="1414"/>
              </a:lnSpc>
              <a:buNone/>
            </a:pPr>
            <a:r>
              <a:rPr lang="en-US" sz="1010" b="1" dirty="0">
                <a:solidFill>
                  <a:srgbClr val="1B5E72"/>
                </a:solidFill>
                <a:latin typeface="Calibri" pitchFamily="34" charset="0"/>
                <a:ea typeface="Calibri" pitchFamily="34" charset="-122"/>
                <a:cs typeface="Calibri" pitchFamily="34" charset="-120"/>
              </a:rPr>
              <a:t>We will pause here — take a few minutes to log in now. Do not move forward until you are in.</a:t>
            </a:r>
            <a:endParaRPr lang="en-US" sz="1010" dirty="0"/>
          </a:p>
        </p:txBody>
      </p:sp>
      <p:sp>
        <p:nvSpPr>
          <p:cNvPr id="29" name="Text 22"/>
          <p:cNvSpPr/>
          <p:nvPr/>
        </p:nvSpPr>
        <p:spPr>
          <a:xfrm>
            <a:off x="1285875" y="949523"/>
            <a:ext cx="400050" cy="440055"/>
          </a:xfrm>
          <a:prstGeom prst="ellipse">
            <a:avLst/>
          </a:prstGeom>
          <a:solidFill>
            <a:srgbClr val="1B5E72"/>
          </a:solidFill>
          <a:ln/>
          <a:effectLst>
            <a:outerShdw blurRad="100330" dist="29210" dir="5400000" algn="bl" rotWithShape="0">
              <a:srgbClr val="1B5E72">
                <a:alpha val="25000"/>
              </a:srgbClr>
            </a:outerShdw>
          </a:effectLst>
        </p:spPr>
        <p:txBody>
          <a:bodyPr wrap="none" lIns="0" tIns="0" rIns="0" bIns="0" rtlCol="0" anchor="ctr"/>
          <a:lstStyle/>
          <a:p>
            <a:pPr marL="0" indent="0" algn="ctr">
              <a:buNone/>
            </a:pPr>
            <a:r>
              <a:rPr lang="en-US" sz="1350" b="1" dirty="0">
                <a:solidFill>
                  <a:srgbClr val="FFFFFF"/>
                </a:solidFill>
                <a:latin typeface="Calibri Light" pitchFamily="34" charset="0"/>
                <a:ea typeface="Calibri Light" pitchFamily="34" charset="-122"/>
                <a:cs typeface="Calibri Light" pitchFamily="34" charset="-120"/>
              </a:rPr>
              <a:t>1</a:t>
            </a:r>
            <a:endParaRPr lang="en-US" sz="1350" dirty="0"/>
          </a:p>
        </p:txBody>
      </p:sp>
      <p:sp>
        <p:nvSpPr>
          <p:cNvPr id="30" name="Text 23"/>
          <p:cNvSpPr/>
          <p:nvPr/>
        </p:nvSpPr>
        <p:spPr>
          <a:xfrm>
            <a:off x="3343275" y="949523"/>
            <a:ext cx="400050" cy="440055"/>
          </a:xfrm>
          <a:prstGeom prst="ellipse">
            <a:avLst/>
          </a:prstGeom>
          <a:solidFill>
            <a:srgbClr val="1B5E72"/>
          </a:solidFill>
          <a:ln/>
          <a:effectLst>
            <a:outerShdw blurRad="100330" dist="29210" dir="5400000" algn="bl" rotWithShape="0">
              <a:srgbClr val="1B5E72">
                <a:alpha val="25000"/>
              </a:srgbClr>
            </a:outerShdw>
          </a:effectLst>
        </p:spPr>
        <p:txBody>
          <a:bodyPr wrap="none" lIns="0" tIns="0" rIns="0" bIns="0" rtlCol="0" anchor="ctr"/>
          <a:lstStyle/>
          <a:p>
            <a:pPr marL="0" indent="0" algn="ctr">
              <a:buNone/>
            </a:pPr>
            <a:r>
              <a:rPr lang="en-US" sz="1350" b="1" dirty="0">
                <a:solidFill>
                  <a:srgbClr val="FFFFFF"/>
                </a:solidFill>
                <a:latin typeface="Calibri Light" pitchFamily="34" charset="0"/>
                <a:ea typeface="Calibri Light" pitchFamily="34" charset="-122"/>
                <a:cs typeface="Calibri Light" pitchFamily="34" charset="-120"/>
              </a:rPr>
              <a:t>2</a:t>
            </a:r>
            <a:endParaRPr lang="en-US" sz="1350" dirty="0"/>
          </a:p>
        </p:txBody>
      </p:sp>
      <p:sp>
        <p:nvSpPr>
          <p:cNvPr id="31" name="Text 24"/>
          <p:cNvSpPr/>
          <p:nvPr/>
        </p:nvSpPr>
        <p:spPr>
          <a:xfrm>
            <a:off x="5400675" y="949523"/>
            <a:ext cx="400050" cy="440055"/>
          </a:xfrm>
          <a:prstGeom prst="ellipse">
            <a:avLst/>
          </a:prstGeom>
          <a:solidFill>
            <a:srgbClr val="1B5E72"/>
          </a:solidFill>
          <a:ln/>
          <a:effectLst>
            <a:outerShdw blurRad="100330" dist="29210" dir="5400000" algn="bl" rotWithShape="0">
              <a:srgbClr val="1B5E72">
                <a:alpha val="25000"/>
              </a:srgbClr>
            </a:outerShdw>
          </a:effectLst>
        </p:spPr>
        <p:txBody>
          <a:bodyPr wrap="none" lIns="0" tIns="0" rIns="0" bIns="0" rtlCol="0" anchor="ctr"/>
          <a:lstStyle/>
          <a:p>
            <a:pPr marL="0" indent="0" algn="ctr">
              <a:buNone/>
            </a:pPr>
            <a:r>
              <a:rPr lang="en-US" sz="1350" b="1" dirty="0">
                <a:solidFill>
                  <a:srgbClr val="FFFFFF"/>
                </a:solidFill>
                <a:latin typeface="Calibri Light" pitchFamily="34" charset="0"/>
                <a:ea typeface="Calibri Light" pitchFamily="34" charset="-122"/>
                <a:cs typeface="Calibri Light" pitchFamily="34" charset="-120"/>
              </a:rPr>
              <a:t>3</a:t>
            </a:r>
            <a:endParaRPr lang="en-US" sz="1350" dirty="0"/>
          </a:p>
        </p:txBody>
      </p:sp>
      <p:sp>
        <p:nvSpPr>
          <p:cNvPr id="32" name="Text 25"/>
          <p:cNvSpPr/>
          <p:nvPr/>
        </p:nvSpPr>
        <p:spPr>
          <a:xfrm>
            <a:off x="7458075" y="949523"/>
            <a:ext cx="400050" cy="440055"/>
          </a:xfrm>
          <a:prstGeom prst="ellipse">
            <a:avLst/>
          </a:prstGeom>
          <a:solidFill>
            <a:srgbClr val="1B5E72"/>
          </a:solidFill>
          <a:ln/>
          <a:effectLst>
            <a:outerShdw blurRad="100330" dist="29210" dir="5400000" algn="bl" rotWithShape="0">
              <a:srgbClr val="1B5E72">
                <a:alpha val="25000"/>
              </a:srgbClr>
            </a:outerShdw>
          </a:effectLst>
        </p:spPr>
        <p:txBody>
          <a:bodyPr wrap="none" lIns="0" tIns="0" rIns="0" bIns="0" rtlCol="0" anchor="ctr"/>
          <a:lstStyle/>
          <a:p>
            <a:pPr marL="0" indent="0" algn="ctr">
              <a:buNone/>
            </a:pPr>
            <a:r>
              <a:rPr lang="en-US" sz="1350" b="1" dirty="0">
                <a:solidFill>
                  <a:srgbClr val="FFFFFF"/>
                </a:solidFill>
                <a:latin typeface="Calibri Light" pitchFamily="34" charset="0"/>
                <a:ea typeface="Calibri Light" pitchFamily="34" charset="-122"/>
                <a:cs typeface="Calibri Light" pitchFamily="34" charset="-120"/>
              </a:rPr>
              <a:t>4</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FFFFF">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1499890" y="857250"/>
            <a:ext cx="6144220" cy="3429000"/>
          </a:xfrm>
          <a:prstGeom prst="rect">
            <a:avLst/>
          </a:prstGeom>
          <a:gradFill rotWithShape="1">
            <a:gsLst>
              <a:gs pos="0">
                <a:srgbClr val="55A49C">
                  <a:alpha val="18000"/>
                </a:srgbClr>
              </a:gs>
              <a:gs pos="72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9124950" y="3571280"/>
            <a:ext cx="19050" cy="1572220"/>
          </a:xfrm>
          <a:prstGeom prst="rect">
            <a:avLst/>
          </a:prstGeom>
          <a:solidFill>
            <a:srgbClr val="FAB753">
              <a:alpha val="22000"/>
            </a:srgbClr>
          </a:solidFill>
          <a:ln/>
        </p:spPr>
        <p:txBody>
          <a:bodyPr wrap="square" rtlCol="0" anchor="t"/>
          <a:lstStyle/>
          <a:p>
            <a:pPr marL="0" indent="0">
              <a:buNone/>
            </a:pPr>
            <a:endParaRPr lang="en-US" dirty="0"/>
          </a:p>
        </p:txBody>
      </p:sp>
      <p:sp>
        <p:nvSpPr>
          <p:cNvPr id="5" name="Text 3"/>
          <p:cNvSpPr/>
          <p:nvPr/>
        </p:nvSpPr>
        <p:spPr>
          <a:xfrm>
            <a:off x="571500" y="585341"/>
            <a:ext cx="8001000" cy="7590"/>
          </a:xfrm>
          <a:prstGeom prst="rect">
            <a:avLst/>
          </a:prstGeom>
          <a:gradFill rotWithShape="1">
            <a:gsLst>
              <a:gs pos="0">
                <a:srgbClr val="000000">
                  <a:alpha val="0"/>
                </a:srgbClr>
              </a:gs>
              <a:gs pos="50000">
                <a:srgbClr val="FAB753">
                  <a:alpha val="35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571500" y="4550569"/>
            <a:ext cx="8001000" cy="7590"/>
          </a:xfrm>
          <a:prstGeom prst="rect">
            <a:avLst/>
          </a:prstGeom>
          <a:gradFill rotWithShape="1">
            <a:gsLst>
              <a:gs pos="0">
                <a:srgbClr val="000000">
                  <a:alpha val="0"/>
                </a:srgbClr>
              </a:gs>
              <a:gs pos="50000">
                <a:srgbClr val="FAB753">
                  <a:alpha val="35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4293245" y="1136749"/>
            <a:ext cx="557510" cy="557510"/>
          </a:xfrm>
          <a:prstGeom prst="ellipse">
            <a:avLst/>
          </a:prstGeom>
          <a:solidFill>
            <a:srgbClr val="FAB753">
              <a:alpha val="12000"/>
            </a:srgbClr>
          </a:solidFill>
          <a:ln w="9525">
            <a:solidFill>
              <a:srgbClr val="FAB753">
                <a:alpha val="45000"/>
              </a:srgbClr>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75262" y="1318766"/>
            <a:ext cx="193328" cy="193328"/>
          </a:xfrm>
          <a:prstGeom prst="rect">
            <a:avLst/>
          </a:prstGeom>
        </p:spPr>
      </p:pic>
      <p:sp>
        <p:nvSpPr>
          <p:cNvPr id="9" name="Text 6"/>
          <p:cNvSpPr/>
          <p:nvPr/>
        </p:nvSpPr>
        <p:spPr>
          <a:xfrm>
            <a:off x="1570062" y="1894880"/>
            <a:ext cx="6003875" cy="539948"/>
          </a:xfrm>
          <a:prstGeom prst="rect">
            <a:avLst/>
          </a:prstGeom>
          <a:noFill/>
          <a:ln/>
        </p:spPr>
        <p:txBody>
          <a:bodyPr wrap="none" lIns="0" tIns="0" rIns="0" bIns="0" rtlCol="0" anchor="t"/>
          <a:lstStyle/>
          <a:p>
            <a:pPr marL="0" indent="0" algn="ctr">
              <a:lnSpc>
                <a:spcPts val="4253"/>
              </a:lnSpc>
              <a:spcAft>
                <a:spcPts val="560"/>
              </a:spcAft>
              <a:buNone/>
            </a:pPr>
            <a:r>
              <a:rPr lang="en-US" sz="4050" b="1" kern="0" spc="-30" dirty="0">
                <a:solidFill>
                  <a:srgbClr val="FFFFFF"/>
                </a:solidFill>
                <a:latin typeface="Calibri Light" pitchFamily="34" charset="0"/>
                <a:ea typeface="Calibri Light" pitchFamily="34" charset="-122"/>
                <a:cs typeface="Calibri Light" pitchFamily="34" charset="-120"/>
              </a:rPr>
              <a:t>Is Everyone Logged In?</a:t>
            </a:r>
            <a:endParaRPr lang="en-US" sz="4050" dirty="0"/>
          </a:p>
        </p:txBody>
      </p:sp>
      <p:sp>
        <p:nvSpPr>
          <p:cNvPr id="10" name="Text 7"/>
          <p:cNvSpPr/>
          <p:nvPr/>
        </p:nvSpPr>
        <p:spPr>
          <a:xfrm>
            <a:off x="1483180" y="2505819"/>
            <a:ext cx="6177491" cy="487412"/>
          </a:xfrm>
          <a:prstGeom prst="rect">
            <a:avLst/>
          </a:prstGeom>
          <a:noFill/>
          <a:ln/>
        </p:spPr>
        <p:txBody>
          <a:bodyPr wrap="none" lIns="0" tIns="0" rIns="0" bIns="0" rtlCol="0" anchor="t"/>
          <a:lstStyle/>
          <a:p>
            <a:pPr marL="0" indent="0" algn="ctr">
              <a:lnSpc>
                <a:spcPts val="3839"/>
              </a:lnSpc>
              <a:spcAft>
                <a:spcPts val="2030"/>
              </a:spcAft>
              <a:buNone/>
            </a:pPr>
            <a:r>
              <a:rPr lang="en-US" sz="3490" b="1" kern="0" spc="-20" dirty="0">
                <a:solidFill>
                  <a:srgbClr val="FAB753"/>
                </a:solidFill>
                <a:latin typeface="Calibri Light" pitchFamily="34" charset="0"/>
                <a:ea typeface="Calibri Light" pitchFamily="34" charset="-122"/>
                <a:cs typeface="Calibri Light" pitchFamily="34" charset="-120"/>
              </a:rPr>
              <a:t>Everything Working So Far?</a:t>
            </a:r>
            <a:endParaRPr lang="en-US" sz="3490" dirty="0"/>
          </a:p>
        </p:txBody>
      </p:sp>
      <p:sp>
        <p:nvSpPr>
          <p:cNvPr id="11" name="Text 8"/>
          <p:cNvSpPr/>
          <p:nvPr/>
        </p:nvSpPr>
        <p:spPr>
          <a:xfrm>
            <a:off x="4314825" y="3251002"/>
            <a:ext cx="5143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2" name="Text 9"/>
          <p:cNvSpPr/>
          <p:nvPr/>
        </p:nvSpPr>
        <p:spPr>
          <a:xfrm>
            <a:off x="2413793" y="3487192"/>
            <a:ext cx="4316414" cy="545381"/>
          </a:xfrm>
          <a:prstGeom prst="rect">
            <a:avLst/>
          </a:prstGeom>
          <a:noFill/>
          <a:ln/>
        </p:spPr>
        <p:txBody>
          <a:bodyPr wrap="square" lIns="0" tIns="0" rIns="0" bIns="0" rtlCol="0" anchor="t"/>
          <a:lstStyle/>
          <a:p>
            <a:pPr marL="0" indent="0" algn="ctr">
              <a:lnSpc>
                <a:spcPts val="2046"/>
              </a:lnSpc>
              <a:buNone/>
            </a:pPr>
            <a:r>
              <a:rPr lang="en-US" sz="1240" dirty="0">
                <a:solidFill>
                  <a:srgbClr val="FFFFFF">
                    <a:alpha val="90000"/>
                  </a:srgbClr>
                </a:solidFill>
                <a:latin typeface="Calibri" pitchFamily="34" charset="0"/>
                <a:ea typeface="Calibri" pitchFamily="34" charset="-122"/>
                <a:cs typeface="Calibri" pitchFamily="34" charset="-120"/>
              </a:rPr>
              <a:t>Take a moment. Check your login. Confirm your microphone.</a:t>
            </a:r>
            <a:br/>
            <a:r>
              <a:rPr lang="en-US" sz="1240" dirty="0">
                <a:solidFill>
                  <a:srgbClr val="FFFFFF">
                    <a:alpha val="90000"/>
                  </a:srgbClr>
                </a:solidFill>
                <a:latin typeface="Calibri" pitchFamily="34" charset="0"/>
                <a:ea typeface="Calibri" pitchFamily="34" charset="-122"/>
                <a:cs typeface="Calibri" pitchFamily="34" charset="-120"/>
              </a:rPr>
              <a:t> If anything is not working — </a:t>
            </a:r>
            <a:r>
              <a:rPr lang="en-US" sz="1240" b="1" dirty="0">
                <a:solidFill>
                  <a:srgbClr val="FFFFFF">
                    <a:alpha val="90000"/>
                  </a:srgbClr>
                </a:solidFill>
                <a:latin typeface="Calibri" pitchFamily="34" charset="0"/>
                <a:ea typeface="Calibri" pitchFamily="34" charset="-122"/>
                <a:cs typeface="Calibri" pitchFamily="34" charset="-120"/>
              </a:rPr>
              <a:t>raise your hand now.</a:t>
            </a:r>
            <a:endParaRPr lang="en-US" sz="1240" dirty="0"/>
          </a:p>
        </p:txBody>
      </p:sp>
      <p:sp>
        <p:nvSpPr>
          <p:cNvPr id="13" name="Text 10"/>
          <p:cNvSpPr/>
          <p:nvPr/>
        </p:nvSpPr>
        <p:spPr>
          <a:xfrm>
            <a:off x="0" y="4717703"/>
            <a:ext cx="9144000" cy="425797"/>
          </a:xfrm>
          <a:prstGeom prst="rect">
            <a:avLst/>
          </a:prstGeom>
          <a:solidFill>
            <a:srgbClr val="000000">
              <a:alpha val="22000"/>
            </a:srgbClr>
          </a:solidFill>
          <a:ln/>
        </p:spPr>
        <p:txBody>
          <a:bodyPr wrap="square" rtlCol="0" anchor="t"/>
          <a:lstStyle/>
          <a:p>
            <a:pPr marL="0" indent="0">
              <a:buNone/>
            </a:pPr>
            <a:endParaRPr lang="en-US" dirty="0"/>
          </a:p>
        </p:txBody>
      </p:sp>
      <p:sp>
        <p:nvSpPr>
          <p:cNvPr id="14" name="Text 11"/>
          <p:cNvSpPr/>
          <p:nvPr/>
        </p:nvSpPr>
        <p:spPr>
          <a:xfrm>
            <a:off x="0" y="4717703"/>
            <a:ext cx="9144000" cy="9525"/>
          </a:xfrm>
          <a:prstGeom prst="rect">
            <a:avLst/>
          </a:prstGeom>
          <a:solidFill>
            <a:srgbClr val="FAB753">
              <a:alpha val="40000"/>
            </a:srgbClr>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01215" y="4868995"/>
            <a:ext cx="132588" cy="132588"/>
          </a:xfrm>
          <a:prstGeom prst="rect">
            <a:avLst/>
          </a:prstGeom>
        </p:spPr>
      </p:pic>
      <p:sp>
        <p:nvSpPr>
          <p:cNvPr id="16" name="Text 12"/>
          <p:cNvSpPr/>
          <p:nvPr/>
        </p:nvSpPr>
        <p:spPr>
          <a:xfrm>
            <a:off x="3296692" y="4855369"/>
            <a:ext cx="2994928" cy="159990"/>
          </a:xfrm>
          <a:prstGeom prst="rect">
            <a:avLst/>
          </a:prstGeom>
          <a:noFill/>
          <a:ln/>
        </p:spPr>
        <p:txBody>
          <a:bodyPr wrap="none" lIns="0" tIns="0" rIns="0" bIns="0" rtlCol="0" anchor="ctr"/>
          <a:lstStyle/>
          <a:p>
            <a:pPr marL="0" indent="0" algn="l">
              <a:lnSpc>
                <a:spcPts val="1260"/>
              </a:lnSpc>
              <a:buNone/>
            </a:pPr>
            <a:r>
              <a:rPr lang="en-US" sz="840" i="1" dirty="0">
                <a:solidFill>
                  <a:srgbClr val="FFFFFF">
                    <a:alpha val="80000"/>
                  </a:srgbClr>
                </a:solidFill>
                <a:latin typeface="Calibri" pitchFamily="34" charset="0"/>
                <a:ea typeface="Calibri" pitchFamily="34" charset="-122"/>
                <a:cs typeface="Calibri" pitchFamily="34" charset="-120"/>
              </a:rPr>
              <a:t>Do not move forward with a broken setup. We fix it here.</a:t>
            </a:r>
            <a:endParaRPr lang="en-US" sz="840" dirty="0"/>
          </a:p>
        </p:txBody>
      </p:sp>
      <p:sp>
        <p:nvSpPr>
          <p:cNvPr id="17" name="Text 13"/>
          <p:cNvSpPr/>
          <p:nvPr/>
        </p:nvSpPr>
        <p:spPr>
          <a:xfrm>
            <a:off x="372070" y="200620"/>
            <a:ext cx="2564368"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FAB753">
                    <a:alpha val="75000"/>
                  </a:srgbClr>
                </a:solidFill>
                <a:latin typeface="Calibri" pitchFamily="34" charset="0"/>
                <a:ea typeface="Calibri" pitchFamily="34" charset="-122"/>
                <a:cs typeface="Calibri" pitchFamily="34" charset="-120"/>
              </a:rPr>
              <a:t>CENTERSTONE CLINICAL TRAINING SERIES</a:t>
            </a:r>
            <a:endParaRPr lang="en-US" sz="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64356"/>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531912" y="100310"/>
            <a:ext cx="2360983" cy="203895"/>
          </a:xfrm>
          <a:prstGeom prst="rect">
            <a:avLst/>
          </a:prstGeom>
          <a:noFill/>
          <a:ln/>
        </p:spPr>
        <p:txBody>
          <a:bodyPr wrap="none" lIns="0" tIns="0" rIns="0" bIns="0" rtlCol="0" anchor="ctr"/>
          <a:lstStyle/>
          <a:p>
            <a:pPr marL="0" indent="0" algn="l">
              <a:lnSpc>
                <a:spcPts val="1606"/>
              </a:lnSpc>
              <a:buNone/>
            </a:pPr>
            <a:r>
              <a:rPr lang="en-US" sz="1460" b="1" kern="0" spc="15" dirty="0">
                <a:solidFill>
                  <a:srgbClr val="FFFFFF"/>
                </a:solidFill>
                <a:latin typeface="Calibri" pitchFamily="34" charset="0"/>
                <a:ea typeface="Calibri" pitchFamily="34" charset="-122"/>
                <a:cs typeface="Calibri" pitchFamily="34" charset="-120"/>
              </a:rPr>
              <a:t>Setting Up Eleos Mobile</a:t>
            </a:r>
            <a:endParaRPr lang="en-US" sz="146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616" y="135963"/>
            <a:ext cx="132588" cy="132588"/>
          </a:xfrm>
          <a:prstGeom prst="rect">
            <a:avLst/>
          </a:prstGeom>
        </p:spPr>
      </p:pic>
      <p:sp>
        <p:nvSpPr>
          <p:cNvPr id="5" name="Text 2"/>
          <p:cNvSpPr/>
          <p:nvPr/>
        </p:nvSpPr>
        <p:spPr>
          <a:xfrm>
            <a:off x="342900" y="318046"/>
            <a:ext cx="9304020" cy="159990"/>
          </a:xfrm>
          <a:prstGeom prst="rect">
            <a:avLst/>
          </a:prstGeom>
          <a:noFill/>
          <a:ln/>
        </p:spPr>
        <p:txBody>
          <a:bodyPr wrap="none" lIns="0" tIns="0" rIns="0" bIns="0" rtlCol="0" anchor="t"/>
          <a:lstStyle/>
          <a:p>
            <a:pPr marL="0" indent="0" algn="l">
              <a:lnSpc>
                <a:spcPts val="1260"/>
              </a:lnSpc>
              <a:buNone/>
            </a:pPr>
            <a:r>
              <a:rPr lang="en-US" sz="840" b="1" kern="0" spc="8" dirty="0">
                <a:solidFill>
                  <a:srgbClr val="FAB753"/>
                </a:solidFill>
                <a:latin typeface="Calibri Light" pitchFamily="34" charset="0"/>
                <a:ea typeface="Calibri Light" pitchFamily="34" charset="-122"/>
                <a:cs typeface="Calibri Light" pitchFamily="34" charset="-120"/>
              </a:rPr>
              <a:t>InTune Company Portal Setup — Allow 10 to 15 Minutes</a:t>
            </a:r>
            <a:endParaRPr lang="en-US" sz="840" dirty="0"/>
          </a:p>
        </p:txBody>
      </p:sp>
      <p:sp>
        <p:nvSpPr>
          <p:cNvPr id="6" name="Text 3"/>
          <p:cNvSpPr/>
          <p:nvPr/>
        </p:nvSpPr>
        <p:spPr>
          <a:xfrm>
            <a:off x="342900" y="635347"/>
            <a:ext cx="8627364" cy="228600"/>
          </a:xfrm>
          <a:prstGeom prst="rect">
            <a:avLst/>
          </a:prstGeom>
          <a:solidFill>
            <a:srgbClr val="EAF4F4"/>
          </a:solidFill>
          <a:ln/>
        </p:spPr>
        <p:txBody>
          <a:bodyPr wrap="none" lIns="114300" tIns="49530" rIns="114300" bIns="49530" rtlCol="0" anchor="t"/>
          <a:lstStyle/>
          <a:p>
            <a:pPr marL="0" indent="0" algn="l">
              <a:buNone/>
            </a:pPr>
            <a:r>
              <a:rPr lang="en-US" sz="730" i="1" dirty="0">
                <a:solidFill>
                  <a:srgbClr val="55A49C"/>
                </a:solidFill>
                <a:latin typeface="Calibri" pitchFamily="34" charset="0"/>
                <a:ea typeface="Calibri" pitchFamily="34" charset="-122"/>
                <a:cs typeface="Calibri" pitchFamily="34" charset="-120"/>
              </a:rPr>
              <a:t>Complete the 30-minute Relias training prior to using Eleos in live sessions: </a:t>
            </a:r>
            <a:r>
              <a:rPr lang="en-US" sz="730" b="1" i="1" dirty="0">
                <a:solidFill>
                  <a:srgbClr val="1B5E72"/>
                </a:solidFill>
                <a:latin typeface="Calibri" pitchFamily="34" charset="0"/>
                <a:ea typeface="Calibri" pitchFamily="34" charset="-122"/>
                <a:cs typeface="Calibri" pitchFamily="34" charset="-120"/>
              </a:rPr>
              <a:t>centerstonetn.training.reliaslearning.com</a:t>
            </a:r>
            <a:r>
              <a:rPr lang="en-US" sz="730" i="1" dirty="0">
                <a:solidFill>
                  <a:srgbClr val="55A49C"/>
                </a:solidFill>
                <a:latin typeface="Calibri" pitchFamily="34" charset="0"/>
                <a:ea typeface="Calibri" pitchFamily="34" charset="-122"/>
                <a:cs typeface="Calibri" pitchFamily="34" charset="-120"/>
              </a:rPr>
              <a:t> — Course Code </a:t>
            </a:r>
            <a:r>
              <a:rPr lang="en-US" sz="730" b="1" i="1" dirty="0">
                <a:solidFill>
                  <a:srgbClr val="1B5E72"/>
                </a:solidFill>
                <a:latin typeface="Calibri" pitchFamily="34" charset="0"/>
                <a:ea typeface="Calibri" pitchFamily="34" charset="-122"/>
                <a:cs typeface="Calibri" pitchFamily="34" charset="-120"/>
              </a:rPr>
              <a:t>1600000454</a:t>
            </a:r>
            <a:endParaRPr lang="en-US" sz="730" dirty="0"/>
          </a:p>
        </p:txBody>
      </p:sp>
      <p:sp>
        <p:nvSpPr>
          <p:cNvPr id="7" name="Text 4"/>
          <p:cNvSpPr/>
          <p:nvPr/>
        </p:nvSpPr>
        <p:spPr>
          <a:xfrm>
            <a:off x="342900" y="635347"/>
            <a:ext cx="28575" cy="228600"/>
          </a:xfrm>
          <a:prstGeom prst="rect">
            <a:avLst/>
          </a:prstGeom>
          <a:solidFill>
            <a:srgbClr val="55A49C"/>
          </a:solidFill>
          <a:ln/>
        </p:spPr>
        <p:txBody>
          <a:bodyPr wrap="none" rtlCol="0" anchor="t"/>
          <a:lstStyle/>
          <a:p>
            <a:pPr marL="0" indent="0">
              <a:buNone/>
            </a:pPr>
            <a:endParaRPr lang="en-US" dirty="0"/>
          </a:p>
        </p:txBody>
      </p:sp>
      <p:sp>
        <p:nvSpPr>
          <p:cNvPr id="8" name="Text 5"/>
          <p:cNvSpPr/>
          <p:nvPr/>
        </p:nvSpPr>
        <p:spPr>
          <a:xfrm>
            <a:off x="342900" y="957858"/>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1</a:t>
            </a:r>
            <a:endParaRPr lang="en-US" sz="680" dirty="0"/>
          </a:p>
        </p:txBody>
      </p:sp>
      <p:sp>
        <p:nvSpPr>
          <p:cNvPr id="9" name="Text 6"/>
          <p:cNvSpPr/>
          <p:nvPr/>
        </p:nvSpPr>
        <p:spPr>
          <a:xfrm>
            <a:off x="599182" y="950268"/>
            <a:ext cx="2733154" cy="161925"/>
          </a:xfrm>
          <a:prstGeom prst="rect">
            <a:avLst/>
          </a:prstGeom>
          <a:noFill/>
          <a:ln/>
        </p:spPr>
        <p:txBody>
          <a:bodyPr wrap="none" lIns="0" tIns="21590" rIns="0" bIns="0" rtlCol="0" anchor="t"/>
          <a:lstStyle/>
          <a:p>
            <a:pPr marL="0" indent="0" algn="l">
              <a:lnSpc>
                <a:spcPts val="1106"/>
              </a:lnSpc>
              <a:buNone/>
            </a:pPr>
            <a:r>
              <a:rPr lang="en-US" sz="790" b="1" dirty="0">
                <a:solidFill>
                  <a:srgbClr val="1B5E72"/>
                </a:solidFill>
                <a:latin typeface="Calibri" pitchFamily="34" charset="0"/>
                <a:ea typeface="Calibri" pitchFamily="34" charset="-122"/>
                <a:cs typeface="Calibri" pitchFamily="34" charset="-120"/>
              </a:rPr>
              <a:t>Download</a:t>
            </a:r>
            <a:r>
              <a:rPr lang="en-US" sz="790" dirty="0">
                <a:solidFill>
                  <a:srgbClr val="2C2C2C"/>
                </a:solidFill>
                <a:latin typeface="Calibri" pitchFamily="34" charset="0"/>
                <a:ea typeface="Calibri" pitchFamily="34" charset="-122"/>
                <a:cs typeface="Calibri" pitchFamily="34" charset="-120"/>
              </a:rPr>
              <a:t> InTune Company Portal from your app store.</a:t>
            </a:r>
            <a:endParaRPr lang="en-US" sz="790" dirty="0"/>
          </a:p>
        </p:txBody>
      </p:sp>
      <p:sp>
        <p:nvSpPr>
          <p:cNvPr id="10" name="Text 7"/>
          <p:cNvSpPr/>
          <p:nvPr/>
        </p:nvSpPr>
        <p:spPr>
          <a:xfrm>
            <a:off x="429220" y="1172319"/>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11" name="Text 8"/>
          <p:cNvSpPr/>
          <p:nvPr/>
        </p:nvSpPr>
        <p:spPr>
          <a:xfrm>
            <a:off x="342900" y="1280071"/>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2</a:t>
            </a:r>
            <a:endParaRPr lang="en-US" sz="680" dirty="0"/>
          </a:p>
        </p:txBody>
      </p:sp>
      <p:sp>
        <p:nvSpPr>
          <p:cNvPr id="12" name="Text 9"/>
          <p:cNvSpPr/>
          <p:nvPr/>
        </p:nvSpPr>
        <p:spPr>
          <a:xfrm>
            <a:off x="599182" y="1272480"/>
            <a:ext cx="2131189" cy="161925"/>
          </a:xfrm>
          <a:prstGeom prst="rect">
            <a:avLst/>
          </a:prstGeom>
          <a:noFill/>
          <a:ln/>
        </p:spPr>
        <p:txBody>
          <a:bodyPr wrap="none" lIns="0" tIns="21590" rIns="0" bIns="0" rtlCol="0" anchor="t"/>
          <a:lstStyle/>
          <a:p>
            <a:pPr marL="0" indent="0" algn="l">
              <a:lnSpc>
                <a:spcPts val="1106"/>
              </a:lnSpc>
              <a:buNone/>
            </a:pPr>
            <a:r>
              <a:rPr lang="en-US" sz="790" b="1" dirty="0">
                <a:solidFill>
                  <a:srgbClr val="1B5E72"/>
                </a:solidFill>
                <a:latin typeface="Calibri" pitchFamily="34" charset="0"/>
                <a:ea typeface="Calibri" pitchFamily="34" charset="-122"/>
                <a:cs typeface="Calibri" pitchFamily="34" charset="-120"/>
              </a:rPr>
              <a:t>Sign in</a:t>
            </a:r>
            <a:r>
              <a:rPr lang="en-US" sz="790" dirty="0">
                <a:solidFill>
                  <a:srgbClr val="2C2C2C"/>
                </a:solidFill>
                <a:latin typeface="Calibri" pitchFamily="34" charset="0"/>
                <a:ea typeface="Calibri" pitchFamily="34" charset="-122"/>
                <a:cs typeface="Calibri" pitchFamily="34" charset="-120"/>
              </a:rPr>
              <a:t> using your Centerstone credentials.</a:t>
            </a:r>
            <a:endParaRPr lang="en-US" sz="790" dirty="0"/>
          </a:p>
        </p:txBody>
      </p:sp>
      <p:sp>
        <p:nvSpPr>
          <p:cNvPr id="13" name="Text 10"/>
          <p:cNvSpPr/>
          <p:nvPr/>
        </p:nvSpPr>
        <p:spPr>
          <a:xfrm>
            <a:off x="429220" y="1494532"/>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14" name="Text 11"/>
          <p:cNvSpPr/>
          <p:nvPr/>
        </p:nvSpPr>
        <p:spPr>
          <a:xfrm>
            <a:off x="342900" y="1602284"/>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3</a:t>
            </a:r>
            <a:endParaRPr lang="en-US" sz="680" dirty="0"/>
          </a:p>
        </p:txBody>
      </p:sp>
      <p:sp>
        <p:nvSpPr>
          <p:cNvPr id="15" name="Text 12"/>
          <p:cNvSpPr/>
          <p:nvPr/>
        </p:nvSpPr>
        <p:spPr>
          <a:xfrm>
            <a:off x="599182" y="1594693"/>
            <a:ext cx="2259866"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When prompted, select </a:t>
            </a:r>
            <a:r>
              <a:rPr lang="en-US" sz="790" b="1" dirty="0">
                <a:solidFill>
                  <a:srgbClr val="1B5E72"/>
                </a:solidFill>
                <a:latin typeface="Calibri" pitchFamily="34" charset="0"/>
                <a:ea typeface="Calibri" pitchFamily="34" charset="-122"/>
                <a:cs typeface="Calibri" pitchFamily="34" charset="-120"/>
              </a:rPr>
              <a:t>Allow</a:t>
            </a:r>
            <a:r>
              <a:rPr lang="en-US" sz="790" dirty="0">
                <a:solidFill>
                  <a:srgbClr val="2C2C2C"/>
                </a:solidFill>
                <a:latin typeface="Calibri" pitchFamily="34" charset="0"/>
                <a:ea typeface="Calibri" pitchFamily="34" charset="-122"/>
                <a:cs typeface="Calibri" pitchFamily="34" charset="-120"/>
              </a:rPr>
              <a:t> for notifications.</a:t>
            </a:r>
            <a:endParaRPr lang="en-US" sz="790" dirty="0"/>
          </a:p>
        </p:txBody>
      </p:sp>
      <p:sp>
        <p:nvSpPr>
          <p:cNvPr id="16" name="Text 13"/>
          <p:cNvSpPr/>
          <p:nvPr/>
        </p:nvSpPr>
        <p:spPr>
          <a:xfrm>
            <a:off x="429220" y="1816745"/>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17" name="Text 14"/>
          <p:cNvSpPr/>
          <p:nvPr/>
        </p:nvSpPr>
        <p:spPr>
          <a:xfrm>
            <a:off x="342900" y="1924496"/>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4</a:t>
            </a:r>
            <a:endParaRPr lang="en-US" sz="680" dirty="0"/>
          </a:p>
        </p:txBody>
      </p:sp>
      <p:sp>
        <p:nvSpPr>
          <p:cNvPr id="18" name="Text 15"/>
          <p:cNvSpPr/>
          <p:nvPr/>
        </p:nvSpPr>
        <p:spPr>
          <a:xfrm>
            <a:off x="599182" y="1916906"/>
            <a:ext cx="3935688" cy="317383"/>
          </a:xfrm>
          <a:prstGeom prst="rect">
            <a:avLst/>
          </a:prstGeom>
          <a:noFill/>
          <a:ln/>
        </p:spPr>
        <p:txBody>
          <a:bodyPr wrap="squar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Follow prompts to set up Centerstone access — select </a:t>
            </a:r>
            <a:r>
              <a:rPr lang="en-US" sz="790" b="1" dirty="0">
                <a:solidFill>
                  <a:srgbClr val="1B5E72"/>
                </a:solidFill>
                <a:latin typeface="Calibri" pitchFamily="34" charset="0"/>
                <a:ea typeface="Calibri" pitchFamily="34" charset="-122"/>
                <a:cs typeface="Calibri" pitchFamily="34" charset="-120"/>
              </a:rPr>
              <a:t>Allow</a:t>
            </a:r>
            <a:r>
              <a:rPr lang="en-US" sz="790" dirty="0">
                <a:solidFill>
                  <a:srgbClr val="2C2C2C"/>
                </a:solidFill>
                <a:latin typeface="Calibri" pitchFamily="34" charset="0"/>
                <a:ea typeface="Calibri" pitchFamily="34" charset="-122"/>
                <a:cs typeface="Calibri" pitchFamily="34" charset="-120"/>
              </a:rPr>
              <a:t> for profile configuration when asked.</a:t>
            </a:r>
            <a:endParaRPr lang="en-US" sz="790" dirty="0"/>
          </a:p>
        </p:txBody>
      </p:sp>
      <p:sp>
        <p:nvSpPr>
          <p:cNvPr id="19" name="Text 16"/>
          <p:cNvSpPr/>
          <p:nvPr/>
        </p:nvSpPr>
        <p:spPr>
          <a:xfrm>
            <a:off x="429220" y="2248346"/>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20" name="Text 17"/>
          <p:cNvSpPr/>
          <p:nvPr/>
        </p:nvSpPr>
        <p:spPr>
          <a:xfrm>
            <a:off x="342900" y="2356098"/>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5</a:t>
            </a:r>
            <a:endParaRPr lang="en-US" sz="680" dirty="0"/>
          </a:p>
        </p:txBody>
      </p:sp>
      <p:sp>
        <p:nvSpPr>
          <p:cNvPr id="21" name="Text 18"/>
          <p:cNvSpPr/>
          <p:nvPr/>
        </p:nvSpPr>
        <p:spPr>
          <a:xfrm>
            <a:off x="599182" y="2348508"/>
            <a:ext cx="2694682"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Select </a:t>
            </a:r>
            <a:r>
              <a:rPr lang="en-US" sz="790" b="1" dirty="0">
                <a:solidFill>
                  <a:srgbClr val="1B5E72"/>
                </a:solidFill>
                <a:latin typeface="Calibri" pitchFamily="34" charset="0"/>
                <a:ea typeface="Calibri" pitchFamily="34" charset="-122"/>
                <a:cs typeface="Calibri" pitchFamily="34" charset="-120"/>
              </a:rPr>
              <a:t>Close</a:t>
            </a:r>
            <a:r>
              <a:rPr lang="en-US" sz="790" dirty="0">
                <a:solidFill>
                  <a:srgbClr val="2C2C2C"/>
                </a:solidFill>
                <a:latin typeface="Calibri" pitchFamily="34" charset="0"/>
                <a:ea typeface="Calibri" pitchFamily="34" charset="-122"/>
                <a:cs typeface="Calibri" pitchFamily="34" charset="-120"/>
              </a:rPr>
              <a:t> then </a:t>
            </a:r>
            <a:r>
              <a:rPr lang="en-US" sz="790" b="1" dirty="0">
                <a:solidFill>
                  <a:srgbClr val="1B5E72"/>
                </a:solidFill>
                <a:latin typeface="Calibri" pitchFamily="34" charset="0"/>
                <a:ea typeface="Calibri" pitchFamily="34" charset="-122"/>
                <a:cs typeface="Calibri" pitchFamily="34" charset="-120"/>
              </a:rPr>
              <a:t>Continue</a:t>
            </a:r>
            <a:r>
              <a:rPr lang="en-US" sz="790" dirty="0">
                <a:solidFill>
                  <a:srgbClr val="2C2C2C"/>
                </a:solidFill>
                <a:latin typeface="Calibri" pitchFamily="34" charset="0"/>
                <a:ea typeface="Calibri" pitchFamily="34" charset="-122"/>
                <a:cs typeface="Calibri" pitchFamily="34" charset="-120"/>
              </a:rPr>
              <a:t> to keep setting up access.</a:t>
            </a:r>
            <a:endParaRPr lang="en-US" sz="790" dirty="0"/>
          </a:p>
        </p:txBody>
      </p:sp>
      <p:sp>
        <p:nvSpPr>
          <p:cNvPr id="22" name="Text 19"/>
          <p:cNvSpPr/>
          <p:nvPr/>
        </p:nvSpPr>
        <p:spPr>
          <a:xfrm>
            <a:off x="429220" y="2570559"/>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23" name="Text 20"/>
          <p:cNvSpPr/>
          <p:nvPr/>
        </p:nvSpPr>
        <p:spPr>
          <a:xfrm>
            <a:off x="342900" y="2678311"/>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6</a:t>
            </a:r>
            <a:endParaRPr lang="en-US" sz="680" dirty="0"/>
          </a:p>
        </p:txBody>
      </p:sp>
      <p:sp>
        <p:nvSpPr>
          <p:cNvPr id="24" name="Text 21"/>
          <p:cNvSpPr/>
          <p:nvPr/>
        </p:nvSpPr>
        <p:spPr>
          <a:xfrm>
            <a:off x="599182" y="2670721"/>
            <a:ext cx="2706469"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Follow the prompts to </a:t>
            </a:r>
            <a:r>
              <a:rPr lang="en-US" sz="790" b="1" dirty="0">
                <a:solidFill>
                  <a:srgbClr val="1B5E72"/>
                </a:solidFill>
                <a:latin typeface="Calibri" pitchFamily="34" charset="0"/>
                <a:ea typeface="Calibri" pitchFamily="34" charset="-122"/>
                <a:cs typeface="Calibri" pitchFamily="34" charset="-120"/>
              </a:rPr>
              <a:t>install the management profile</a:t>
            </a:r>
            <a:r>
              <a:rPr lang="en-US" sz="790" dirty="0">
                <a:solidFill>
                  <a:srgbClr val="2C2C2C"/>
                </a:solidFill>
                <a:latin typeface="Calibri" pitchFamily="34" charset="0"/>
                <a:ea typeface="Calibri" pitchFamily="34" charset="-122"/>
                <a:cs typeface="Calibri" pitchFamily="34" charset="-120"/>
              </a:rPr>
              <a:t>.</a:t>
            </a:r>
            <a:endParaRPr lang="en-US" sz="790" dirty="0"/>
          </a:p>
        </p:txBody>
      </p:sp>
      <p:sp>
        <p:nvSpPr>
          <p:cNvPr id="25" name="Text 22"/>
          <p:cNvSpPr/>
          <p:nvPr/>
        </p:nvSpPr>
        <p:spPr>
          <a:xfrm>
            <a:off x="4686300" y="957858"/>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7</a:t>
            </a:r>
            <a:endParaRPr lang="en-US" sz="680" dirty="0"/>
          </a:p>
        </p:txBody>
      </p:sp>
      <p:sp>
        <p:nvSpPr>
          <p:cNvPr id="26" name="Text 23"/>
          <p:cNvSpPr/>
          <p:nvPr/>
        </p:nvSpPr>
        <p:spPr>
          <a:xfrm>
            <a:off x="4942582" y="950268"/>
            <a:ext cx="3140958"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From your home screen open </a:t>
            </a:r>
            <a:r>
              <a:rPr lang="en-US" sz="790" b="1" dirty="0">
                <a:solidFill>
                  <a:srgbClr val="1B5E72"/>
                </a:solidFill>
                <a:latin typeface="Calibri" pitchFamily="34" charset="0"/>
                <a:ea typeface="Calibri" pitchFamily="34" charset="-122"/>
                <a:cs typeface="Calibri" pitchFamily="34" charset="-120"/>
              </a:rPr>
              <a:t>Settings</a:t>
            </a:r>
            <a:r>
              <a:rPr lang="en-US" sz="790" dirty="0">
                <a:solidFill>
                  <a:srgbClr val="2C2C2C"/>
                </a:solidFill>
                <a:latin typeface="Calibri" pitchFamily="34" charset="0"/>
                <a:ea typeface="Calibri" pitchFamily="34" charset="-122"/>
                <a:cs typeface="Calibri" pitchFamily="34" charset="-120"/>
              </a:rPr>
              <a:t> → </a:t>
            </a:r>
            <a:r>
              <a:rPr lang="en-US" sz="790" b="1" dirty="0">
                <a:solidFill>
                  <a:srgbClr val="1B5E72"/>
                </a:solidFill>
                <a:latin typeface="Calibri" pitchFamily="34" charset="0"/>
                <a:ea typeface="Calibri" pitchFamily="34" charset="-122"/>
                <a:cs typeface="Calibri" pitchFamily="34" charset="-120"/>
              </a:rPr>
              <a:t>Profile Downloaded</a:t>
            </a:r>
            <a:r>
              <a:rPr lang="en-US" sz="790" dirty="0">
                <a:solidFill>
                  <a:srgbClr val="2C2C2C"/>
                </a:solidFill>
                <a:latin typeface="Calibri" pitchFamily="34" charset="0"/>
                <a:ea typeface="Calibri" pitchFamily="34" charset="-122"/>
                <a:cs typeface="Calibri" pitchFamily="34" charset="-120"/>
              </a:rPr>
              <a:t>.</a:t>
            </a:r>
            <a:endParaRPr lang="en-US" sz="790" dirty="0"/>
          </a:p>
        </p:txBody>
      </p:sp>
      <p:sp>
        <p:nvSpPr>
          <p:cNvPr id="27" name="Text 24"/>
          <p:cNvSpPr/>
          <p:nvPr/>
        </p:nvSpPr>
        <p:spPr>
          <a:xfrm>
            <a:off x="4772620" y="1172319"/>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28" name="Text 25"/>
          <p:cNvSpPr/>
          <p:nvPr/>
        </p:nvSpPr>
        <p:spPr>
          <a:xfrm>
            <a:off x="4686300" y="1280071"/>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8</a:t>
            </a:r>
            <a:endParaRPr lang="en-US" sz="680" dirty="0"/>
          </a:p>
        </p:txBody>
      </p:sp>
      <p:sp>
        <p:nvSpPr>
          <p:cNvPr id="29" name="Text 26"/>
          <p:cNvSpPr/>
          <p:nvPr/>
        </p:nvSpPr>
        <p:spPr>
          <a:xfrm>
            <a:off x="4942582" y="1272480"/>
            <a:ext cx="3184669"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Tap </a:t>
            </a:r>
            <a:r>
              <a:rPr lang="en-US" sz="790" b="1" dirty="0">
                <a:solidFill>
                  <a:srgbClr val="1B5E72"/>
                </a:solidFill>
                <a:latin typeface="Calibri" pitchFamily="34" charset="0"/>
                <a:ea typeface="Calibri" pitchFamily="34" charset="-122"/>
                <a:cs typeface="Calibri" pitchFamily="34" charset="-120"/>
              </a:rPr>
              <a:t>Install</a:t>
            </a:r>
            <a:r>
              <a:rPr lang="en-US" sz="790" dirty="0">
                <a:solidFill>
                  <a:srgbClr val="2C2C2C"/>
                </a:solidFill>
                <a:latin typeface="Calibri" pitchFamily="34" charset="0"/>
                <a:ea typeface="Calibri" pitchFamily="34" charset="-122"/>
                <a:cs typeface="Calibri" pitchFamily="34" charset="-120"/>
              </a:rPr>
              <a:t> (upper right) — enter your </a:t>
            </a:r>
            <a:r>
              <a:rPr lang="en-US" sz="790" b="1" dirty="0">
                <a:solidFill>
                  <a:srgbClr val="1B5E72"/>
                </a:solidFill>
                <a:latin typeface="Calibri" pitchFamily="34" charset="0"/>
                <a:ea typeface="Calibri" pitchFamily="34" charset="-122"/>
                <a:cs typeface="Calibri" pitchFamily="34" charset="-120"/>
              </a:rPr>
              <a:t>passcode</a:t>
            </a:r>
            <a:r>
              <a:rPr lang="en-US" sz="790" dirty="0">
                <a:solidFill>
                  <a:srgbClr val="2C2C2C"/>
                </a:solidFill>
                <a:latin typeface="Calibri" pitchFamily="34" charset="0"/>
                <a:ea typeface="Calibri" pitchFamily="34" charset="-122"/>
                <a:cs typeface="Calibri" pitchFamily="34" charset="-120"/>
              </a:rPr>
              <a:t> when prompted.</a:t>
            </a:r>
            <a:endParaRPr lang="en-US" sz="790" dirty="0"/>
          </a:p>
        </p:txBody>
      </p:sp>
      <p:sp>
        <p:nvSpPr>
          <p:cNvPr id="30" name="Text 27"/>
          <p:cNvSpPr/>
          <p:nvPr/>
        </p:nvSpPr>
        <p:spPr>
          <a:xfrm>
            <a:off x="4772620" y="1494532"/>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31" name="Text 28"/>
          <p:cNvSpPr/>
          <p:nvPr/>
        </p:nvSpPr>
        <p:spPr>
          <a:xfrm>
            <a:off x="4686300" y="1602284"/>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9</a:t>
            </a:r>
            <a:endParaRPr lang="en-US" sz="680" dirty="0"/>
          </a:p>
        </p:txBody>
      </p:sp>
      <p:sp>
        <p:nvSpPr>
          <p:cNvPr id="32" name="Text 29"/>
          <p:cNvSpPr/>
          <p:nvPr/>
        </p:nvSpPr>
        <p:spPr>
          <a:xfrm>
            <a:off x="4942582" y="1594693"/>
            <a:ext cx="2780630"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Select </a:t>
            </a:r>
            <a:r>
              <a:rPr lang="en-US" sz="790" b="1" dirty="0">
                <a:solidFill>
                  <a:srgbClr val="1B5E72"/>
                </a:solidFill>
                <a:latin typeface="Calibri" pitchFamily="34" charset="0"/>
                <a:ea typeface="Calibri" pitchFamily="34" charset="-122"/>
                <a:cs typeface="Calibri" pitchFamily="34" charset="-120"/>
              </a:rPr>
              <a:t>Trust</a:t>
            </a:r>
            <a:r>
              <a:rPr lang="en-US" sz="790" dirty="0">
                <a:solidFill>
                  <a:srgbClr val="2C2C2C"/>
                </a:solidFill>
                <a:latin typeface="Calibri" pitchFamily="34" charset="0"/>
                <a:ea typeface="Calibri" pitchFamily="34" charset="-122"/>
                <a:cs typeface="Calibri" pitchFamily="34" charset="-120"/>
              </a:rPr>
              <a:t> when prompted about remote management.</a:t>
            </a:r>
            <a:endParaRPr lang="en-US" sz="790" dirty="0"/>
          </a:p>
        </p:txBody>
      </p:sp>
      <p:sp>
        <p:nvSpPr>
          <p:cNvPr id="33" name="Text 30"/>
          <p:cNvSpPr/>
          <p:nvPr/>
        </p:nvSpPr>
        <p:spPr>
          <a:xfrm>
            <a:off x="4772620" y="1816745"/>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34" name="Text 31"/>
          <p:cNvSpPr/>
          <p:nvPr/>
        </p:nvSpPr>
        <p:spPr>
          <a:xfrm>
            <a:off x="4686300" y="1924496"/>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10</a:t>
            </a:r>
            <a:endParaRPr lang="en-US" sz="680" dirty="0"/>
          </a:p>
        </p:txBody>
      </p:sp>
      <p:sp>
        <p:nvSpPr>
          <p:cNvPr id="35" name="Text 32"/>
          <p:cNvSpPr/>
          <p:nvPr/>
        </p:nvSpPr>
        <p:spPr>
          <a:xfrm>
            <a:off x="4942582" y="1916906"/>
            <a:ext cx="3007043"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Select </a:t>
            </a:r>
            <a:r>
              <a:rPr lang="en-US" sz="790" b="1" dirty="0">
                <a:solidFill>
                  <a:srgbClr val="1B5E72"/>
                </a:solidFill>
                <a:latin typeface="Calibri" pitchFamily="34" charset="0"/>
                <a:ea typeface="Calibri" pitchFamily="34" charset="-122"/>
                <a:cs typeface="Calibri" pitchFamily="34" charset="-120"/>
              </a:rPr>
              <a:t>Done</a:t>
            </a:r>
            <a:r>
              <a:rPr lang="en-US" sz="790" dirty="0">
                <a:solidFill>
                  <a:srgbClr val="2C2C2C"/>
                </a:solidFill>
                <a:latin typeface="Calibri" pitchFamily="34" charset="0"/>
                <a:ea typeface="Calibri" pitchFamily="34" charset="-122"/>
                <a:cs typeface="Calibri" pitchFamily="34" charset="-120"/>
              </a:rPr>
              <a:t> — then launch </a:t>
            </a:r>
            <a:r>
              <a:rPr lang="en-US" sz="790" b="1" dirty="0">
                <a:solidFill>
                  <a:srgbClr val="1B5E72"/>
                </a:solidFill>
                <a:latin typeface="Calibri" pitchFamily="34" charset="0"/>
                <a:ea typeface="Calibri" pitchFamily="34" charset="-122"/>
                <a:cs typeface="Calibri" pitchFamily="34" charset="-120"/>
              </a:rPr>
              <a:t>Company Portal</a:t>
            </a:r>
            <a:r>
              <a:rPr lang="en-US" sz="790" dirty="0">
                <a:solidFill>
                  <a:srgbClr val="2C2C2C"/>
                </a:solidFill>
                <a:latin typeface="Calibri" pitchFamily="34" charset="0"/>
                <a:ea typeface="Calibri" pitchFamily="34" charset="-122"/>
                <a:cs typeface="Calibri" pitchFamily="34" charset="-120"/>
              </a:rPr>
              <a:t> and tap </a:t>
            </a:r>
            <a:r>
              <a:rPr lang="en-US" sz="790" b="1" dirty="0">
                <a:solidFill>
                  <a:srgbClr val="1B5E72"/>
                </a:solidFill>
                <a:latin typeface="Calibri" pitchFamily="34" charset="0"/>
                <a:ea typeface="Calibri" pitchFamily="34" charset="-122"/>
                <a:cs typeface="Calibri" pitchFamily="34" charset="-120"/>
              </a:rPr>
              <a:t>Install</a:t>
            </a:r>
            <a:r>
              <a:rPr lang="en-US" sz="790" dirty="0">
                <a:solidFill>
                  <a:srgbClr val="2C2C2C"/>
                </a:solidFill>
                <a:latin typeface="Calibri" pitchFamily="34" charset="0"/>
                <a:ea typeface="Calibri" pitchFamily="34" charset="-122"/>
                <a:cs typeface="Calibri" pitchFamily="34" charset="-120"/>
              </a:rPr>
              <a:t>.</a:t>
            </a:r>
            <a:endParaRPr lang="en-US" sz="790" dirty="0"/>
          </a:p>
        </p:txBody>
      </p:sp>
      <p:sp>
        <p:nvSpPr>
          <p:cNvPr id="36" name="Text 33"/>
          <p:cNvSpPr/>
          <p:nvPr/>
        </p:nvSpPr>
        <p:spPr>
          <a:xfrm>
            <a:off x="4772620" y="2138958"/>
            <a:ext cx="13841" cy="70991"/>
          </a:xfrm>
          <a:prstGeom prst="rect">
            <a:avLst/>
          </a:prstGeom>
          <a:gradFill rotWithShape="1">
            <a:gsLst>
              <a:gs pos="0">
                <a:srgbClr val="55A49C"/>
              </a:gs>
              <a:gs pos="100000">
                <a:srgbClr val="C8E8E6"/>
              </a:gs>
            </a:gsLst>
            <a:lin ang="5400000" scaled="1"/>
          </a:gradFill>
          <a:ln/>
        </p:spPr>
        <p:txBody>
          <a:bodyPr wrap="none" rtlCol="0" anchor="t"/>
          <a:lstStyle/>
          <a:p>
            <a:pPr marL="0" indent="0">
              <a:buNone/>
            </a:pPr>
            <a:endParaRPr lang="en-US" dirty="0"/>
          </a:p>
        </p:txBody>
      </p:sp>
      <p:sp>
        <p:nvSpPr>
          <p:cNvPr id="37" name="Text 34"/>
          <p:cNvSpPr/>
          <p:nvPr/>
        </p:nvSpPr>
        <p:spPr>
          <a:xfrm>
            <a:off x="4686300" y="2246709"/>
            <a:ext cx="185291" cy="203820"/>
          </a:xfrm>
          <a:prstGeom prst="ellipse">
            <a:avLst/>
          </a:prstGeom>
          <a:solidFill>
            <a:srgbClr val="1B5E72"/>
          </a:solidFill>
          <a:ln/>
          <a:effectLst>
            <a:outerShdw blurRad="29210" dist="7620" dir="5400000" algn="bl" rotWithShape="0">
              <a:srgbClr val="1B5E72">
                <a:alpha val="18000"/>
              </a:srgbClr>
            </a:outerShdw>
          </a:effectLst>
        </p:spPr>
        <p:txBody>
          <a:bodyPr wrap="non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11</a:t>
            </a:r>
            <a:endParaRPr lang="en-US" sz="680" dirty="0"/>
          </a:p>
        </p:txBody>
      </p:sp>
      <p:sp>
        <p:nvSpPr>
          <p:cNvPr id="38" name="Text 35"/>
          <p:cNvSpPr/>
          <p:nvPr/>
        </p:nvSpPr>
        <p:spPr>
          <a:xfrm>
            <a:off x="4942582" y="2239119"/>
            <a:ext cx="2988707" cy="161925"/>
          </a:xfrm>
          <a:prstGeom prst="rect">
            <a:avLst/>
          </a:prstGeom>
          <a:noFill/>
          <a:ln/>
        </p:spPr>
        <p:txBody>
          <a:bodyPr wrap="none" lIns="0" tIns="21590" rIns="0" bIns="0" rtlCol="0" anchor="t"/>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Make any prompted changes — select </a:t>
            </a:r>
            <a:r>
              <a:rPr lang="en-US" sz="790" b="1" dirty="0">
                <a:solidFill>
                  <a:srgbClr val="1B5E72"/>
                </a:solidFill>
                <a:latin typeface="Calibri" pitchFamily="34" charset="0"/>
                <a:ea typeface="Calibri" pitchFamily="34" charset="-122"/>
                <a:cs typeface="Calibri" pitchFamily="34" charset="-120"/>
              </a:rPr>
              <a:t>Done</a:t>
            </a:r>
            <a:r>
              <a:rPr lang="en-US" sz="790" dirty="0">
                <a:solidFill>
                  <a:srgbClr val="2C2C2C"/>
                </a:solidFill>
                <a:latin typeface="Calibri" pitchFamily="34" charset="0"/>
                <a:ea typeface="Calibri" pitchFamily="34" charset="-122"/>
                <a:cs typeface="Calibri" pitchFamily="34" charset="-120"/>
              </a:rPr>
              <a:t> when complete.</a:t>
            </a:r>
            <a:endParaRPr lang="en-US" sz="790" dirty="0"/>
          </a:p>
        </p:txBody>
      </p:sp>
      <p:sp>
        <p:nvSpPr>
          <p:cNvPr id="39" name="Text 36"/>
          <p:cNvSpPr/>
          <p:nvPr/>
        </p:nvSpPr>
        <p:spPr>
          <a:xfrm>
            <a:off x="342900" y="2949922"/>
            <a:ext cx="8458200" cy="269825"/>
          </a:xfrm>
          <a:prstGeom prst="roundRect">
            <a:avLst>
              <a:gd name="adj" fmla="val 21180"/>
            </a:avLst>
          </a:prstGeom>
          <a:solidFill>
            <a:srgbClr val="1B5E72"/>
          </a:solidFill>
          <a:ln/>
        </p:spPr>
        <p:txBody>
          <a:bodyPr wrap="none" rtlCol="0" anchor="t"/>
          <a:lstStyle/>
          <a:p>
            <a:pPr marL="0" indent="0">
              <a:buNone/>
            </a:pPr>
            <a:endParaRPr lang="en-US" dirty="0"/>
          </a:p>
        </p:txBody>
      </p:sp>
      <p:pic>
        <p:nvPicPr>
          <p:cNvPr id="4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087" y="3018541"/>
            <a:ext cx="132588" cy="132588"/>
          </a:xfrm>
          <a:prstGeom prst="rect">
            <a:avLst/>
          </a:prstGeom>
        </p:spPr>
      </p:pic>
      <p:sp>
        <p:nvSpPr>
          <p:cNvPr id="41" name="Text 37"/>
          <p:cNvSpPr/>
          <p:nvPr/>
        </p:nvSpPr>
        <p:spPr>
          <a:xfrm>
            <a:off x="690711" y="3014663"/>
            <a:ext cx="5621670" cy="140345"/>
          </a:xfrm>
          <a:prstGeom prst="rect">
            <a:avLst/>
          </a:prstGeom>
          <a:noFill/>
          <a:ln/>
        </p:spPr>
        <p:txBody>
          <a:bodyPr wrap="none" lIns="0" tIns="0" rIns="0" bIns="0" rtlCol="0" anchor="ctr"/>
          <a:lstStyle/>
          <a:p>
            <a:pPr marL="0" indent="0" algn="l">
              <a:lnSpc>
                <a:spcPts val="1106"/>
              </a:lnSpc>
              <a:buNone/>
            </a:pPr>
            <a:r>
              <a:rPr lang="en-US" sz="790" dirty="0">
                <a:solidFill>
                  <a:srgbClr val="FFFFFF"/>
                </a:solidFill>
                <a:latin typeface="Calibri" pitchFamily="34" charset="0"/>
                <a:ea typeface="Calibri" pitchFamily="34" charset="-122"/>
                <a:cs typeface="Calibri" pitchFamily="34" charset="-120"/>
              </a:rPr>
              <a:t>From your phone browser </a:t>
            </a:r>
            <a:r>
              <a:rPr lang="en-US" sz="790" b="1" dirty="0">
                <a:solidFill>
                  <a:srgbClr val="FAB753"/>
                </a:solidFill>
                <a:latin typeface="Calibri" pitchFamily="34" charset="0"/>
                <a:ea typeface="Calibri" pitchFamily="34" charset="-122"/>
                <a:cs typeface="Calibri" pitchFamily="34" charset="-120"/>
              </a:rPr>
              <a:t>(Edge recommended)</a:t>
            </a:r>
            <a:r>
              <a:rPr lang="en-US" sz="790" dirty="0">
                <a:solidFill>
                  <a:srgbClr val="FFFFFF"/>
                </a:solidFill>
                <a:latin typeface="Calibri" pitchFamily="34" charset="0"/>
                <a:ea typeface="Calibri" pitchFamily="34" charset="-122"/>
                <a:cs typeface="Calibri" pitchFamily="34" charset="-120"/>
              </a:rPr>
              <a:t> — create a quick-access shortcut to </a:t>
            </a:r>
            <a:r>
              <a:rPr lang="en-US" sz="790" b="1" dirty="0">
                <a:solidFill>
                  <a:srgbClr val="FAB753"/>
                </a:solidFill>
                <a:latin typeface="Calibri" pitchFamily="34" charset="0"/>
                <a:ea typeface="Calibri" pitchFamily="34" charset="-122"/>
                <a:cs typeface="Calibri" pitchFamily="34" charset="-120"/>
              </a:rPr>
              <a:t>Eleos</a:t>
            </a:r>
            <a:r>
              <a:rPr lang="en-US" sz="790" dirty="0">
                <a:solidFill>
                  <a:srgbClr val="FFFFFF"/>
                </a:solidFill>
                <a:latin typeface="Calibri" pitchFamily="34" charset="0"/>
                <a:ea typeface="Calibri" pitchFamily="34" charset="-122"/>
                <a:cs typeface="Calibri" pitchFamily="34" charset="-120"/>
              </a:rPr>
              <a:t> on your home screen.</a:t>
            </a:r>
            <a:endParaRPr lang="en-US" sz="7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24309"/>
          </a:xfrm>
          <a:prstGeom prst="rect">
            <a:avLst/>
          </a:prstGeom>
          <a:solidFill>
            <a:srgbClr val="1B5E72"/>
          </a:solidFill>
          <a:ln/>
        </p:spPr>
        <p:txBody>
          <a:bodyPr wrap="square" lIns="342900" tIns="128270" rIns="342900" bIns="100330" rtlCol="0" anchor="t"/>
          <a:lstStyle/>
          <a:p>
            <a:pPr marL="0" indent="0" algn="l">
              <a:buNone/>
            </a:pPr>
            <a:r>
              <a:rPr lang="en-US" sz="1580" b="1" kern="0" spc="16" dirty="0">
                <a:solidFill>
                  <a:srgbClr val="FFFFFF"/>
                </a:solidFill>
                <a:latin typeface="Calibri Light" pitchFamily="34" charset="0"/>
                <a:ea typeface="Calibri Light" pitchFamily="34" charset="-122"/>
                <a:cs typeface="Calibri Light" pitchFamily="34" charset="-120"/>
              </a:rPr>
              <a:t>Hands-On Practice — Test Avatar</a:t>
            </a:r>
            <a:endParaRPr lang="en-US" sz="1580" dirty="0"/>
          </a:p>
          <a:p>
            <a:pPr marL="0" indent="0" algn="l">
              <a:buNone/>
            </a:pPr>
            <a:r>
              <a:rPr lang="en-US" sz="840" kern="0" spc="17" dirty="0">
                <a:solidFill>
                  <a:srgbClr val="55A49C"/>
                </a:solidFill>
                <a:latin typeface="Calibri" pitchFamily="34" charset="0"/>
                <a:ea typeface="Calibri" pitchFamily="34" charset="-122"/>
                <a:cs typeface="Calibri" pitchFamily="34" charset="-120"/>
              </a:rPr>
              <a:t>Small Group Activity — Allow 10 to 15 Minutes</a:t>
            </a:r>
            <a:endParaRPr lang="en-US" sz="1580" dirty="0"/>
          </a:p>
        </p:txBody>
      </p:sp>
      <p:sp>
        <p:nvSpPr>
          <p:cNvPr id="3" name="Text 1"/>
          <p:cNvSpPr/>
          <p:nvPr/>
        </p:nvSpPr>
        <p:spPr>
          <a:xfrm>
            <a:off x="342900" y="831354"/>
            <a:ext cx="2743200" cy="900857"/>
          </a:xfrm>
          <a:prstGeom prst="roundRect">
            <a:avLst>
              <a:gd name="adj" fmla="val 7895"/>
            </a:avLst>
          </a:prstGeom>
          <a:solidFill>
            <a:srgbClr val="EAF4F4"/>
          </a:solidFill>
          <a:ln/>
        </p:spPr>
        <p:txBody>
          <a:bodyPr wrap="square" rtlCol="0" anchor="t"/>
          <a:lstStyle/>
          <a:p>
            <a:pPr marL="0" indent="0">
              <a:buNone/>
            </a:pPr>
            <a:endParaRPr lang="en-US" dirty="0"/>
          </a:p>
        </p:txBody>
      </p:sp>
      <p:sp>
        <p:nvSpPr>
          <p:cNvPr id="4" name="Text 2"/>
          <p:cNvSpPr/>
          <p:nvPr/>
        </p:nvSpPr>
        <p:spPr>
          <a:xfrm>
            <a:off x="1254911" y="959495"/>
            <a:ext cx="919177" cy="314920"/>
          </a:xfrm>
          <a:prstGeom prst="rect">
            <a:avLst/>
          </a:prstGeom>
          <a:noFill/>
          <a:ln/>
        </p:spPr>
        <p:txBody>
          <a:bodyPr wrap="none" lIns="0" tIns="0" rIns="0" bIns="0" rtlCol="0" anchor="t"/>
          <a:lstStyle/>
          <a:p>
            <a:pPr marL="0" indent="0" algn="ctr">
              <a:lnSpc>
                <a:spcPts val="2480"/>
              </a:lnSpc>
              <a:buNone/>
            </a:pPr>
            <a:r>
              <a:rPr lang="en-US" sz="2480" b="1" dirty="0">
                <a:solidFill>
                  <a:srgbClr val="FAB753"/>
                </a:solidFill>
                <a:latin typeface="Calibri Light" pitchFamily="34" charset="0"/>
                <a:ea typeface="Calibri Light" pitchFamily="34" charset="-122"/>
                <a:cs typeface="Calibri Light" pitchFamily="34" charset="-120"/>
              </a:rPr>
              <a:t>10–15</a:t>
            </a:r>
            <a:endParaRPr lang="en-US" sz="2480" dirty="0"/>
          </a:p>
        </p:txBody>
      </p:sp>
      <p:sp>
        <p:nvSpPr>
          <p:cNvPr id="5" name="Text 3"/>
          <p:cNvSpPr/>
          <p:nvPr/>
        </p:nvSpPr>
        <p:spPr>
          <a:xfrm>
            <a:off x="1426041" y="1303586"/>
            <a:ext cx="576917" cy="159990"/>
          </a:xfrm>
          <a:prstGeom prst="rect">
            <a:avLst/>
          </a:prstGeom>
          <a:noFill/>
          <a:ln/>
        </p:spPr>
        <p:txBody>
          <a:bodyPr wrap="none" lIns="0" tIns="0" rIns="0" bIns="0" rtlCol="0" anchor="t"/>
          <a:lstStyle/>
          <a:p>
            <a:pPr marL="0" indent="0" algn="ctr">
              <a:lnSpc>
                <a:spcPts val="1260"/>
              </a:lnSpc>
              <a:buNone/>
            </a:pPr>
            <a:r>
              <a:rPr lang="en-US" sz="840" b="1" kern="0" spc="50" dirty="0">
                <a:solidFill>
                  <a:srgbClr val="1B5E72"/>
                </a:solidFill>
                <a:latin typeface="Calibri" pitchFamily="34" charset="0"/>
                <a:ea typeface="Calibri" pitchFamily="34" charset="-122"/>
                <a:cs typeface="Calibri" pitchFamily="34" charset="-120"/>
              </a:rPr>
              <a:t>MINUTES</a:t>
            </a:r>
            <a:endParaRPr lang="en-US" sz="840" dirty="0"/>
          </a:p>
        </p:txBody>
      </p:sp>
      <p:sp>
        <p:nvSpPr>
          <p:cNvPr id="6" name="Text 4"/>
          <p:cNvSpPr/>
          <p:nvPr/>
        </p:nvSpPr>
        <p:spPr>
          <a:xfrm>
            <a:off x="825877" y="1492746"/>
            <a:ext cx="1777246" cy="125164"/>
          </a:xfrm>
          <a:prstGeom prst="rect">
            <a:avLst/>
          </a:prstGeom>
          <a:noFill/>
          <a:ln/>
        </p:spPr>
        <p:txBody>
          <a:bodyPr wrap="none" lIns="0" tIns="0" rIns="0" bIns="0" rtlCol="0" anchor="t"/>
          <a:lstStyle/>
          <a:p>
            <a:pPr marL="0" indent="0" algn="ctr">
              <a:lnSpc>
                <a:spcPts val="986"/>
              </a:lnSpc>
              <a:buNone/>
            </a:pPr>
            <a:r>
              <a:rPr lang="en-US" sz="730" dirty="0">
                <a:solidFill>
                  <a:srgbClr val="555555"/>
                </a:solidFill>
                <a:latin typeface="Calibri" pitchFamily="34" charset="0"/>
                <a:ea typeface="Calibri" pitchFamily="34" charset="-122"/>
                <a:cs typeface="Calibri" pitchFamily="34" charset="-120"/>
              </a:rPr>
              <a:t>Dedicated practice time in small groups</a:t>
            </a:r>
            <a:endParaRPr lang="en-US" sz="730" dirty="0"/>
          </a:p>
        </p:txBody>
      </p:sp>
      <p:sp>
        <p:nvSpPr>
          <p:cNvPr id="7" name="Text 5"/>
          <p:cNvSpPr/>
          <p:nvPr/>
        </p:nvSpPr>
        <p:spPr>
          <a:xfrm>
            <a:off x="3200400" y="831354"/>
            <a:ext cx="2743200" cy="900857"/>
          </a:xfrm>
          <a:prstGeom prst="roundRect">
            <a:avLst>
              <a:gd name="adj" fmla="val 7895"/>
            </a:avLst>
          </a:prstGeom>
          <a:solidFill>
            <a:srgbClr val="EAF4F4"/>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3830" y="959495"/>
            <a:ext cx="236190" cy="236190"/>
          </a:xfrm>
          <a:prstGeom prst="rect">
            <a:avLst/>
          </a:prstGeom>
        </p:spPr>
      </p:pic>
      <p:sp>
        <p:nvSpPr>
          <p:cNvPr id="9" name="Text 6"/>
          <p:cNvSpPr/>
          <p:nvPr/>
        </p:nvSpPr>
        <p:spPr>
          <a:xfrm>
            <a:off x="4058610" y="1224855"/>
            <a:ext cx="1026631" cy="159990"/>
          </a:xfrm>
          <a:prstGeom prst="rect">
            <a:avLst/>
          </a:prstGeom>
          <a:noFill/>
          <a:ln/>
        </p:spPr>
        <p:txBody>
          <a:bodyPr wrap="none" lIns="0" tIns="0" rIns="0" bIns="0" rtlCol="0" anchor="t"/>
          <a:lstStyle/>
          <a:p>
            <a:pPr marL="0" indent="0" algn="ctr">
              <a:lnSpc>
                <a:spcPts val="1260"/>
              </a:lnSpc>
              <a:buNone/>
            </a:pPr>
            <a:r>
              <a:rPr lang="en-US" sz="840" b="1" kern="0" spc="50" dirty="0">
                <a:solidFill>
                  <a:srgbClr val="1B5E72"/>
                </a:solidFill>
                <a:latin typeface="Calibri" pitchFamily="34" charset="0"/>
                <a:ea typeface="Calibri" pitchFamily="34" charset="-122"/>
                <a:cs typeface="Calibri" pitchFamily="34" charset="-120"/>
              </a:rPr>
              <a:t>SMALL GROUPS</a:t>
            </a:r>
            <a:endParaRPr lang="en-US" sz="840" dirty="0"/>
          </a:p>
        </p:txBody>
      </p:sp>
      <p:sp>
        <p:nvSpPr>
          <p:cNvPr id="10" name="Text 7"/>
          <p:cNvSpPr/>
          <p:nvPr/>
        </p:nvSpPr>
        <p:spPr>
          <a:xfrm>
            <a:off x="3637873" y="1414016"/>
            <a:ext cx="1868106" cy="125164"/>
          </a:xfrm>
          <a:prstGeom prst="rect">
            <a:avLst/>
          </a:prstGeom>
          <a:noFill/>
          <a:ln/>
        </p:spPr>
        <p:txBody>
          <a:bodyPr wrap="none" lIns="0" tIns="0" rIns="0" bIns="0" rtlCol="0" anchor="t"/>
          <a:lstStyle/>
          <a:p>
            <a:pPr marL="0" indent="0" algn="ctr">
              <a:lnSpc>
                <a:spcPts val="986"/>
              </a:lnSpc>
              <a:buNone/>
            </a:pPr>
            <a:r>
              <a:rPr lang="en-US" sz="730" dirty="0">
                <a:solidFill>
                  <a:srgbClr val="555555"/>
                </a:solidFill>
                <a:latin typeface="Calibri" pitchFamily="34" charset="0"/>
                <a:ea typeface="Calibri" pitchFamily="34" charset="-122"/>
                <a:cs typeface="Calibri" pitchFamily="34" charset="-120"/>
              </a:rPr>
              <a:t>If more than 2 people, split into breakouts</a:t>
            </a:r>
            <a:endParaRPr lang="en-US" sz="730" dirty="0"/>
          </a:p>
        </p:txBody>
      </p:sp>
      <p:sp>
        <p:nvSpPr>
          <p:cNvPr id="11" name="Text 8"/>
          <p:cNvSpPr/>
          <p:nvPr/>
        </p:nvSpPr>
        <p:spPr>
          <a:xfrm>
            <a:off x="6057900" y="831354"/>
            <a:ext cx="2743200" cy="900857"/>
          </a:xfrm>
          <a:prstGeom prst="roundRect">
            <a:avLst>
              <a:gd name="adj" fmla="val 7895"/>
            </a:avLst>
          </a:prstGeom>
          <a:solidFill>
            <a:srgbClr val="EAF4F4"/>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1330" y="959495"/>
            <a:ext cx="236190" cy="236190"/>
          </a:xfrm>
          <a:prstGeom prst="rect">
            <a:avLst/>
          </a:prstGeom>
        </p:spPr>
      </p:pic>
      <p:sp>
        <p:nvSpPr>
          <p:cNvPr id="13" name="Text 9"/>
          <p:cNvSpPr/>
          <p:nvPr/>
        </p:nvSpPr>
        <p:spPr>
          <a:xfrm>
            <a:off x="6808716" y="1224855"/>
            <a:ext cx="1241420" cy="159990"/>
          </a:xfrm>
          <a:prstGeom prst="rect">
            <a:avLst/>
          </a:prstGeom>
          <a:noFill/>
          <a:ln/>
        </p:spPr>
        <p:txBody>
          <a:bodyPr wrap="none" lIns="0" tIns="0" rIns="0" bIns="0" rtlCol="0" anchor="t"/>
          <a:lstStyle/>
          <a:p>
            <a:pPr marL="0" indent="0" algn="ctr">
              <a:lnSpc>
                <a:spcPts val="1260"/>
              </a:lnSpc>
              <a:buNone/>
            </a:pPr>
            <a:r>
              <a:rPr lang="en-US" sz="840" b="1" kern="0" spc="50" dirty="0">
                <a:solidFill>
                  <a:srgbClr val="1B5E72"/>
                </a:solidFill>
                <a:latin typeface="Calibri" pitchFamily="34" charset="0"/>
                <a:ea typeface="Calibri" pitchFamily="34" charset="-122"/>
                <a:cs typeface="Calibri" pitchFamily="34" charset="-120"/>
              </a:rPr>
              <a:t>TEST AVATAR ONLY</a:t>
            </a:r>
            <a:endParaRPr lang="en-US" sz="840" dirty="0"/>
          </a:p>
        </p:txBody>
      </p:sp>
      <p:sp>
        <p:nvSpPr>
          <p:cNvPr id="14" name="Text 10"/>
          <p:cNvSpPr/>
          <p:nvPr/>
        </p:nvSpPr>
        <p:spPr>
          <a:xfrm>
            <a:off x="6299403" y="1414016"/>
            <a:ext cx="2260193" cy="125164"/>
          </a:xfrm>
          <a:prstGeom prst="rect">
            <a:avLst/>
          </a:prstGeom>
          <a:noFill/>
          <a:ln/>
        </p:spPr>
        <p:txBody>
          <a:bodyPr wrap="none" lIns="0" tIns="0" rIns="0" bIns="0" rtlCol="0" anchor="t"/>
          <a:lstStyle/>
          <a:p>
            <a:pPr marL="0" indent="0" algn="ctr">
              <a:lnSpc>
                <a:spcPts val="986"/>
              </a:lnSpc>
              <a:buNone/>
            </a:pPr>
            <a:r>
              <a:rPr lang="en-US" sz="730" dirty="0">
                <a:solidFill>
                  <a:srgbClr val="555555"/>
                </a:solidFill>
                <a:latin typeface="Calibri" pitchFamily="34" charset="0"/>
                <a:ea typeface="Calibri" pitchFamily="34" charset="-122"/>
                <a:cs typeface="Calibri" pitchFamily="34" charset="-120"/>
              </a:rPr>
              <a:t>Use Avatar TN NX UAT — no live records affected</a:t>
            </a:r>
            <a:endParaRPr lang="en-US" sz="730" dirty="0"/>
          </a:p>
        </p:txBody>
      </p:sp>
      <p:sp>
        <p:nvSpPr>
          <p:cNvPr id="15" name="Text 11"/>
          <p:cNvSpPr/>
          <p:nvPr/>
        </p:nvSpPr>
        <p:spPr>
          <a:xfrm>
            <a:off x="342900" y="1832521"/>
            <a:ext cx="8458200" cy="1198811"/>
          </a:xfrm>
          <a:prstGeom prst="roundRect">
            <a:avLst>
              <a:gd name="adj" fmla="val 5933"/>
            </a:avLst>
          </a:prstGeom>
          <a:solidFill>
            <a:srgbClr val="F8FEFE"/>
          </a:solidFill>
          <a:ln w="9525">
            <a:solidFill>
              <a:srgbClr val="D4EAEA"/>
            </a:solidFill>
          </a:ln>
        </p:spPr>
        <p:txBody>
          <a:bodyPr wrap="square" rtlCol="0" anchor="t"/>
          <a:lstStyle/>
          <a:p>
            <a:pPr marL="0" indent="0">
              <a:buNone/>
            </a:pPr>
            <a:endParaRPr lang="en-US" dirty="0"/>
          </a:p>
        </p:txBody>
      </p:sp>
      <p:sp>
        <p:nvSpPr>
          <p:cNvPr id="16" name="Text 12"/>
          <p:cNvSpPr/>
          <p:nvPr/>
        </p:nvSpPr>
        <p:spPr>
          <a:xfrm>
            <a:off x="4538663" y="1956346"/>
            <a:ext cx="9525" cy="951161"/>
          </a:xfrm>
          <a:prstGeom prst="rect">
            <a:avLst/>
          </a:prstGeom>
          <a:solidFill>
            <a:srgbClr val="D4EAEA"/>
          </a:solidFill>
          <a:ln/>
        </p:spPr>
        <p:txBody>
          <a:bodyPr wrap="square" rtlCol="0" anchor="t"/>
          <a:lstStyle/>
          <a:p>
            <a:pPr marL="0" indent="0">
              <a:buNone/>
            </a:pPr>
            <a:endParaRPr lang="en-US" dirty="0"/>
          </a:p>
        </p:txBody>
      </p:sp>
      <p:sp>
        <p:nvSpPr>
          <p:cNvPr id="17" name="Text 13"/>
          <p:cNvSpPr/>
          <p:nvPr/>
        </p:nvSpPr>
        <p:spPr>
          <a:xfrm>
            <a:off x="631031" y="1956346"/>
            <a:ext cx="803166" cy="159990"/>
          </a:xfrm>
          <a:prstGeom prst="rect">
            <a:avLst/>
          </a:prstGeom>
          <a:noFill/>
          <a:ln/>
        </p:spPr>
        <p:txBody>
          <a:bodyPr wrap="none" lIns="0" tIns="0" rIns="0" bIns="0" rtlCol="0" anchor="ctr"/>
          <a:lstStyle/>
          <a:p>
            <a:pPr marL="0" indent="0" algn="l">
              <a:lnSpc>
                <a:spcPts val="1260"/>
              </a:lnSpc>
              <a:buNone/>
            </a:pPr>
            <a:r>
              <a:rPr lang="en-US" sz="840" b="1" kern="0" spc="42" dirty="0">
                <a:solidFill>
                  <a:srgbClr val="1B5E72"/>
                </a:solidFill>
                <a:latin typeface="Calibri" pitchFamily="34" charset="0"/>
                <a:ea typeface="Calibri" pitchFamily="34" charset="-122"/>
                <a:cs typeface="Calibri" pitchFamily="34" charset="-120"/>
              </a:rPr>
              <a:t>WHAT TO DO</a:t>
            </a:r>
            <a:endParaRPr lang="en-US" sz="84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2464" y="1969972"/>
            <a:ext cx="132588" cy="132588"/>
          </a:xfrm>
          <a:prstGeom prst="rect">
            <a:avLst/>
          </a:prstGeom>
        </p:spPr>
      </p:pic>
      <p:sp>
        <p:nvSpPr>
          <p:cNvPr id="19" name="Text 14"/>
          <p:cNvSpPr/>
          <p:nvPr/>
        </p:nvSpPr>
        <p:spPr>
          <a:xfrm>
            <a:off x="495895" y="2208907"/>
            <a:ext cx="49411" cy="49411"/>
          </a:xfrm>
          <a:prstGeom prst="ellipse">
            <a:avLst/>
          </a:prstGeom>
          <a:solidFill>
            <a:srgbClr val="FAB753"/>
          </a:solidFill>
          <a:ln/>
        </p:spPr>
        <p:txBody>
          <a:bodyPr wrap="none" rtlCol="0" anchor="t"/>
          <a:lstStyle/>
          <a:p>
            <a:pPr marL="0" indent="0">
              <a:buNone/>
            </a:pPr>
            <a:endParaRPr lang="en-US" dirty="0"/>
          </a:p>
        </p:txBody>
      </p:sp>
      <p:sp>
        <p:nvSpPr>
          <p:cNvPr id="20" name="Text 15"/>
          <p:cNvSpPr/>
          <p:nvPr/>
        </p:nvSpPr>
        <p:spPr>
          <a:xfrm>
            <a:off x="602456" y="2173486"/>
            <a:ext cx="1639401"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Open Avatar NX test environment</a:t>
            </a:r>
            <a:endParaRPr lang="en-US" sz="790" dirty="0"/>
          </a:p>
        </p:txBody>
      </p:sp>
      <p:sp>
        <p:nvSpPr>
          <p:cNvPr id="21" name="Text 16"/>
          <p:cNvSpPr/>
          <p:nvPr/>
        </p:nvSpPr>
        <p:spPr>
          <a:xfrm>
            <a:off x="495895" y="2392412"/>
            <a:ext cx="49411" cy="49411"/>
          </a:xfrm>
          <a:prstGeom prst="ellipse">
            <a:avLst/>
          </a:prstGeom>
          <a:solidFill>
            <a:srgbClr val="FAB753"/>
          </a:solidFill>
          <a:ln/>
        </p:spPr>
        <p:txBody>
          <a:bodyPr wrap="none" rtlCol="0" anchor="t"/>
          <a:lstStyle/>
          <a:p>
            <a:pPr marL="0" indent="0">
              <a:buNone/>
            </a:pPr>
            <a:endParaRPr lang="en-US" dirty="0"/>
          </a:p>
        </p:txBody>
      </p:sp>
      <p:sp>
        <p:nvSpPr>
          <p:cNvPr id="22" name="Text 17"/>
          <p:cNvSpPr/>
          <p:nvPr/>
        </p:nvSpPr>
        <p:spPr>
          <a:xfrm>
            <a:off x="602456" y="2356991"/>
            <a:ext cx="1910834"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Start Eleos and add activity information</a:t>
            </a:r>
            <a:endParaRPr lang="en-US" sz="790" dirty="0"/>
          </a:p>
        </p:txBody>
      </p:sp>
      <p:sp>
        <p:nvSpPr>
          <p:cNvPr id="23" name="Text 18"/>
          <p:cNvSpPr/>
          <p:nvPr/>
        </p:nvSpPr>
        <p:spPr>
          <a:xfrm>
            <a:off x="495895" y="2575917"/>
            <a:ext cx="49411" cy="49411"/>
          </a:xfrm>
          <a:prstGeom prst="ellipse">
            <a:avLst/>
          </a:prstGeom>
          <a:solidFill>
            <a:srgbClr val="FAB753"/>
          </a:solidFill>
          <a:ln/>
        </p:spPr>
        <p:txBody>
          <a:bodyPr wrap="none" rtlCol="0" anchor="t"/>
          <a:lstStyle/>
          <a:p>
            <a:pPr marL="0" indent="0">
              <a:buNone/>
            </a:pPr>
            <a:endParaRPr lang="en-US" dirty="0"/>
          </a:p>
        </p:txBody>
      </p:sp>
      <p:sp>
        <p:nvSpPr>
          <p:cNvPr id="24" name="Text 19"/>
          <p:cNvSpPr/>
          <p:nvPr/>
        </p:nvSpPr>
        <p:spPr>
          <a:xfrm>
            <a:off x="602456" y="2540496"/>
            <a:ext cx="1941448"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Have a 10-minute practice conversation</a:t>
            </a:r>
            <a:endParaRPr lang="en-US" sz="790" dirty="0"/>
          </a:p>
        </p:txBody>
      </p:sp>
      <p:sp>
        <p:nvSpPr>
          <p:cNvPr id="25" name="Text 20"/>
          <p:cNvSpPr/>
          <p:nvPr/>
        </p:nvSpPr>
        <p:spPr>
          <a:xfrm>
            <a:off x="495895" y="2759422"/>
            <a:ext cx="49411" cy="49411"/>
          </a:xfrm>
          <a:prstGeom prst="ellipse">
            <a:avLst/>
          </a:prstGeom>
          <a:solidFill>
            <a:srgbClr val="FAB753"/>
          </a:solidFill>
          <a:ln/>
        </p:spPr>
        <p:txBody>
          <a:bodyPr wrap="none" rtlCol="0" anchor="t"/>
          <a:lstStyle/>
          <a:p>
            <a:pPr marL="0" indent="0">
              <a:buNone/>
            </a:pPr>
            <a:endParaRPr lang="en-US" dirty="0"/>
          </a:p>
        </p:txBody>
      </p:sp>
      <p:sp>
        <p:nvSpPr>
          <p:cNvPr id="26" name="Text 21"/>
          <p:cNvSpPr/>
          <p:nvPr/>
        </p:nvSpPr>
        <p:spPr>
          <a:xfrm>
            <a:off x="602456" y="2724001"/>
            <a:ext cx="2468106"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Focus on flow and natural rhythm — not perfection</a:t>
            </a:r>
            <a:endParaRPr lang="en-US" sz="790" dirty="0"/>
          </a:p>
        </p:txBody>
      </p:sp>
      <p:sp>
        <p:nvSpPr>
          <p:cNvPr id="27" name="Text 22"/>
          <p:cNvSpPr/>
          <p:nvPr/>
        </p:nvSpPr>
        <p:spPr>
          <a:xfrm>
            <a:off x="4883944" y="1956346"/>
            <a:ext cx="1203603" cy="159990"/>
          </a:xfrm>
          <a:prstGeom prst="rect">
            <a:avLst/>
          </a:prstGeom>
          <a:noFill/>
          <a:ln/>
        </p:spPr>
        <p:txBody>
          <a:bodyPr wrap="none" lIns="0" tIns="0" rIns="0" bIns="0" rtlCol="0" anchor="ctr"/>
          <a:lstStyle/>
          <a:p>
            <a:pPr marL="0" indent="0" algn="l">
              <a:lnSpc>
                <a:spcPts val="1260"/>
              </a:lnSpc>
              <a:buNone/>
            </a:pPr>
            <a:r>
              <a:rPr lang="en-US" sz="840" b="1" kern="0" spc="42" dirty="0">
                <a:solidFill>
                  <a:srgbClr val="1B5E72"/>
                </a:solidFill>
                <a:latin typeface="Calibri" pitchFamily="34" charset="0"/>
                <a:ea typeface="Calibri" pitchFamily="34" charset="-122"/>
                <a:cs typeface="Calibri" pitchFamily="34" charset="-120"/>
              </a:rPr>
              <a:t>WHAT TO CONFIRM</a:t>
            </a:r>
            <a:endParaRPr lang="en-US" sz="840"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25376" y="1969972"/>
            <a:ext cx="132588" cy="132588"/>
          </a:xfrm>
          <a:prstGeom prst="rect">
            <a:avLst/>
          </a:prstGeom>
        </p:spPr>
      </p:pic>
      <p:sp>
        <p:nvSpPr>
          <p:cNvPr id="29" name="Text 23"/>
          <p:cNvSpPr/>
          <p:nvPr/>
        </p:nvSpPr>
        <p:spPr>
          <a:xfrm>
            <a:off x="4748808" y="2208907"/>
            <a:ext cx="49411" cy="49411"/>
          </a:xfrm>
          <a:prstGeom prst="ellipse">
            <a:avLst/>
          </a:prstGeom>
          <a:solidFill>
            <a:srgbClr val="FAB753"/>
          </a:solidFill>
          <a:ln/>
        </p:spPr>
        <p:txBody>
          <a:bodyPr wrap="none" rtlCol="0" anchor="t"/>
          <a:lstStyle/>
          <a:p>
            <a:pPr marL="0" indent="0">
              <a:buNone/>
            </a:pPr>
            <a:endParaRPr lang="en-US" dirty="0"/>
          </a:p>
        </p:txBody>
      </p:sp>
      <p:sp>
        <p:nvSpPr>
          <p:cNvPr id="30" name="Text 24"/>
          <p:cNvSpPr/>
          <p:nvPr/>
        </p:nvSpPr>
        <p:spPr>
          <a:xfrm>
            <a:off x="4855369" y="2173486"/>
            <a:ext cx="1980411"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You have access to the test environment</a:t>
            </a:r>
            <a:endParaRPr lang="en-US" sz="790" dirty="0"/>
          </a:p>
        </p:txBody>
      </p:sp>
      <p:sp>
        <p:nvSpPr>
          <p:cNvPr id="31" name="Text 25"/>
          <p:cNvSpPr/>
          <p:nvPr/>
        </p:nvSpPr>
        <p:spPr>
          <a:xfrm>
            <a:off x="4748808" y="2392412"/>
            <a:ext cx="49411" cy="49411"/>
          </a:xfrm>
          <a:prstGeom prst="ellipse">
            <a:avLst/>
          </a:prstGeom>
          <a:solidFill>
            <a:srgbClr val="FAB753"/>
          </a:solidFill>
          <a:ln/>
        </p:spPr>
        <p:txBody>
          <a:bodyPr wrap="none" rtlCol="0" anchor="t"/>
          <a:lstStyle/>
          <a:p>
            <a:pPr marL="0" indent="0">
              <a:buNone/>
            </a:pPr>
            <a:endParaRPr lang="en-US" dirty="0"/>
          </a:p>
        </p:txBody>
      </p:sp>
      <p:sp>
        <p:nvSpPr>
          <p:cNvPr id="32" name="Text 26"/>
          <p:cNvSpPr/>
          <p:nvPr/>
        </p:nvSpPr>
        <p:spPr>
          <a:xfrm>
            <a:off x="4855369" y="2356991"/>
            <a:ext cx="1751543"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Eleos starts and stops without issue</a:t>
            </a:r>
            <a:endParaRPr lang="en-US" sz="790" dirty="0"/>
          </a:p>
        </p:txBody>
      </p:sp>
      <p:sp>
        <p:nvSpPr>
          <p:cNvPr id="33" name="Text 27"/>
          <p:cNvSpPr/>
          <p:nvPr/>
        </p:nvSpPr>
        <p:spPr>
          <a:xfrm>
            <a:off x="4748808" y="2575917"/>
            <a:ext cx="49411" cy="49411"/>
          </a:xfrm>
          <a:prstGeom prst="ellipse">
            <a:avLst/>
          </a:prstGeom>
          <a:solidFill>
            <a:srgbClr val="FAB753"/>
          </a:solidFill>
          <a:ln/>
        </p:spPr>
        <p:txBody>
          <a:bodyPr wrap="none" rtlCol="0" anchor="t"/>
          <a:lstStyle/>
          <a:p>
            <a:pPr marL="0" indent="0">
              <a:buNone/>
            </a:pPr>
            <a:endParaRPr lang="en-US" dirty="0"/>
          </a:p>
        </p:txBody>
      </p:sp>
      <p:sp>
        <p:nvSpPr>
          <p:cNvPr id="34" name="Text 28"/>
          <p:cNvSpPr/>
          <p:nvPr/>
        </p:nvSpPr>
        <p:spPr>
          <a:xfrm>
            <a:off x="4855369" y="2540496"/>
            <a:ext cx="1649879"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You can hear your audio captured</a:t>
            </a:r>
            <a:endParaRPr lang="en-US" sz="790" dirty="0"/>
          </a:p>
        </p:txBody>
      </p:sp>
      <p:sp>
        <p:nvSpPr>
          <p:cNvPr id="35" name="Text 29"/>
          <p:cNvSpPr/>
          <p:nvPr/>
        </p:nvSpPr>
        <p:spPr>
          <a:xfrm>
            <a:off x="4748808" y="2759422"/>
            <a:ext cx="49411" cy="49411"/>
          </a:xfrm>
          <a:prstGeom prst="ellipse">
            <a:avLst/>
          </a:prstGeom>
          <a:solidFill>
            <a:srgbClr val="FAB753"/>
          </a:solidFill>
          <a:ln/>
        </p:spPr>
        <p:txBody>
          <a:bodyPr wrap="none" rtlCol="0" anchor="t"/>
          <a:lstStyle/>
          <a:p>
            <a:pPr marL="0" indent="0">
              <a:buNone/>
            </a:pPr>
            <a:endParaRPr lang="en-US" dirty="0"/>
          </a:p>
        </p:txBody>
      </p:sp>
      <p:sp>
        <p:nvSpPr>
          <p:cNvPr id="36" name="Text 30"/>
          <p:cNvSpPr/>
          <p:nvPr/>
        </p:nvSpPr>
        <p:spPr>
          <a:xfrm>
            <a:off x="4855369" y="2724001"/>
            <a:ext cx="2390671" cy="140345"/>
          </a:xfrm>
          <a:prstGeom prst="rect">
            <a:avLst/>
          </a:prstGeom>
          <a:noFill/>
          <a:ln/>
        </p:spPr>
        <p:txBody>
          <a:bodyPr wrap="none" lIns="0" tIns="0" rIns="0" bIns="0" rtlCol="0" anchor="ctr"/>
          <a:lstStyle/>
          <a:p>
            <a:pPr marL="0" indent="0" algn="l">
              <a:lnSpc>
                <a:spcPts val="1106"/>
              </a:lnSpc>
              <a:buNone/>
            </a:pPr>
            <a:r>
              <a:rPr lang="en-US" sz="790" dirty="0">
                <a:solidFill>
                  <a:srgbClr val="2C2C2C"/>
                </a:solidFill>
                <a:latin typeface="Calibri" pitchFamily="34" charset="0"/>
                <a:ea typeface="Calibri" pitchFamily="34" charset="-122"/>
                <a:cs typeface="Calibri" pitchFamily="34" charset="-120"/>
              </a:rPr>
              <a:t>You know how to add session activity information</a:t>
            </a:r>
            <a:endParaRPr lang="en-US" sz="790" dirty="0"/>
          </a:p>
        </p:txBody>
      </p:sp>
      <p:sp>
        <p:nvSpPr>
          <p:cNvPr id="37" name="Text 31"/>
          <p:cNvSpPr/>
          <p:nvPr/>
        </p:nvSpPr>
        <p:spPr>
          <a:xfrm>
            <a:off x="258318" y="3131641"/>
            <a:ext cx="8627364" cy="301972"/>
          </a:xfrm>
          <a:prstGeom prst="roundRect">
            <a:avLst>
              <a:gd name="adj" fmla="val 18926"/>
            </a:avLst>
          </a:prstGeom>
          <a:solidFill>
            <a:srgbClr val="FAB753"/>
          </a:solidFill>
          <a:ln/>
        </p:spPr>
        <p:txBody>
          <a:bodyPr wrap="none" lIns="228600" tIns="71120" rIns="228600" bIns="71120" rtlCol="0" anchor="t"/>
          <a:lstStyle/>
          <a:p>
            <a:pPr marL="0" indent="0" algn="ctr">
              <a:buNone/>
            </a:pPr>
            <a:r>
              <a:rPr lang="en-US" sz="840" b="1" kern="0" spc="8" dirty="0">
                <a:solidFill>
                  <a:srgbClr val="1A1A1A"/>
                </a:solidFill>
                <a:latin typeface="Calibri" pitchFamily="34" charset="0"/>
                <a:ea typeface="Calibri" pitchFamily="34" charset="-122"/>
                <a:cs typeface="Calibri" pitchFamily="34" charset="-120"/>
              </a:rPr>
              <a:t>This is where you build confidence before using Eleos with a real client.</a:t>
            </a:r>
            <a:endParaRPr lang="en-US" sz="840" dirty="0"/>
          </a:p>
        </p:txBody>
      </p:sp>
      <p:sp>
        <p:nvSpPr>
          <p:cNvPr id="38" name="Text 32"/>
          <p:cNvSpPr/>
          <p:nvPr/>
        </p:nvSpPr>
        <p:spPr>
          <a:xfrm>
            <a:off x="342900" y="831354"/>
            <a:ext cx="2743200" cy="21580"/>
          </a:xfrm>
          <a:custGeom>
            <a:avLst/>
            <a:gdLst/>
            <a:ahLst/>
            <a:cxnLst/>
            <a:rect l="l" t="t" r="r" b="b"/>
            <a:pathLst>
              <a:path w="2743200" h="21580">
                <a:moveTo>
                  <a:pt x="71120" y="0"/>
                </a:moveTo>
                <a:lnTo>
                  <a:pt x="2672080" y="0"/>
                </a:lnTo>
                <a:lnTo>
                  <a:pt x="2691481" y="2698"/>
                </a:lnTo>
                <a:lnTo>
                  <a:pt x="2699251" y="5395"/>
                </a:lnTo>
                <a:lnTo>
                  <a:pt x="2705028" y="8093"/>
                </a:lnTo>
                <a:lnTo>
                  <a:pt x="2709741" y="10790"/>
                </a:lnTo>
                <a:lnTo>
                  <a:pt x="2713752" y="13488"/>
                </a:lnTo>
                <a:lnTo>
                  <a:pt x="2717249" y="16185"/>
                </a:lnTo>
                <a:lnTo>
                  <a:pt x="2720343" y="18883"/>
                </a:lnTo>
                <a:lnTo>
                  <a:pt x="272310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39" name="Text 33"/>
          <p:cNvSpPr/>
          <p:nvPr/>
        </p:nvSpPr>
        <p:spPr>
          <a:xfrm>
            <a:off x="3200400" y="831354"/>
            <a:ext cx="2743200" cy="21580"/>
          </a:xfrm>
          <a:custGeom>
            <a:avLst/>
            <a:gdLst/>
            <a:ahLst/>
            <a:cxnLst/>
            <a:rect l="l" t="t" r="r" b="b"/>
            <a:pathLst>
              <a:path w="2743200" h="21580">
                <a:moveTo>
                  <a:pt x="71120" y="0"/>
                </a:moveTo>
                <a:lnTo>
                  <a:pt x="2672080" y="0"/>
                </a:lnTo>
                <a:lnTo>
                  <a:pt x="2691481" y="2698"/>
                </a:lnTo>
                <a:lnTo>
                  <a:pt x="2699251" y="5395"/>
                </a:lnTo>
                <a:lnTo>
                  <a:pt x="2705028" y="8093"/>
                </a:lnTo>
                <a:lnTo>
                  <a:pt x="2709741" y="10790"/>
                </a:lnTo>
                <a:lnTo>
                  <a:pt x="2713752" y="13488"/>
                </a:lnTo>
                <a:lnTo>
                  <a:pt x="2717249" y="16185"/>
                </a:lnTo>
                <a:lnTo>
                  <a:pt x="2720343" y="18883"/>
                </a:lnTo>
                <a:lnTo>
                  <a:pt x="272310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
        <p:nvSpPr>
          <p:cNvPr id="40" name="Text 34"/>
          <p:cNvSpPr/>
          <p:nvPr/>
        </p:nvSpPr>
        <p:spPr>
          <a:xfrm>
            <a:off x="6057900" y="831354"/>
            <a:ext cx="2743200" cy="21580"/>
          </a:xfrm>
          <a:custGeom>
            <a:avLst/>
            <a:gdLst/>
            <a:ahLst/>
            <a:cxnLst/>
            <a:rect l="l" t="t" r="r" b="b"/>
            <a:pathLst>
              <a:path w="2743200" h="21580">
                <a:moveTo>
                  <a:pt x="71120" y="0"/>
                </a:moveTo>
                <a:lnTo>
                  <a:pt x="2672080" y="0"/>
                </a:lnTo>
                <a:lnTo>
                  <a:pt x="2691481" y="2698"/>
                </a:lnTo>
                <a:lnTo>
                  <a:pt x="2699251" y="5395"/>
                </a:lnTo>
                <a:lnTo>
                  <a:pt x="2705028" y="8093"/>
                </a:lnTo>
                <a:lnTo>
                  <a:pt x="2709741" y="10790"/>
                </a:lnTo>
                <a:lnTo>
                  <a:pt x="2713752" y="13488"/>
                </a:lnTo>
                <a:lnTo>
                  <a:pt x="2717249" y="16185"/>
                </a:lnTo>
                <a:lnTo>
                  <a:pt x="2720343" y="18883"/>
                </a:lnTo>
                <a:lnTo>
                  <a:pt x="2723108" y="21580"/>
                </a:lnTo>
                <a:lnTo>
                  <a:pt x="20092" y="21580"/>
                </a:lnTo>
                <a:lnTo>
                  <a:pt x="22857" y="18883"/>
                </a:lnTo>
                <a:lnTo>
                  <a:pt x="25951" y="16185"/>
                </a:lnTo>
                <a:lnTo>
                  <a:pt x="29448" y="13488"/>
                </a:lnTo>
                <a:lnTo>
                  <a:pt x="33459" y="10790"/>
                </a:lnTo>
                <a:lnTo>
                  <a:pt x="38172" y="8093"/>
                </a:lnTo>
                <a:lnTo>
                  <a:pt x="43949" y="5395"/>
                </a:lnTo>
                <a:lnTo>
                  <a:pt x="51719" y="2698"/>
                </a:lnTo>
                <a:close/>
              </a:path>
            </a:pathLst>
          </a:custGeom>
          <a:solidFill>
            <a:srgbClr val="FAB753"/>
          </a:solidFill>
          <a:ln/>
        </p:spPr>
        <p:txBody>
          <a:bodyPr wrap="non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400050"/>
            <a:ext cx="2074545"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CLINICAL TRAINING SERIES</a:t>
            </a:r>
            <a:endParaRPr lang="en-US" sz="620" dirty="0"/>
          </a:p>
        </p:txBody>
      </p:sp>
      <p:sp>
        <p:nvSpPr>
          <p:cNvPr id="4" name="Text 2"/>
          <p:cNvSpPr/>
          <p:nvPr/>
        </p:nvSpPr>
        <p:spPr>
          <a:xfrm>
            <a:off x="285750" y="618381"/>
            <a:ext cx="314920" cy="35421"/>
          </a:xfrm>
          <a:prstGeom prst="roundRect">
            <a:avLst>
              <a:gd name="adj" fmla="val 60953"/>
            </a:avLst>
          </a:prstGeom>
          <a:solidFill>
            <a:srgbClr val="FAB753"/>
          </a:solidFill>
          <a:ln/>
        </p:spPr>
        <p:txBody>
          <a:bodyPr wrap="none" rtlCol="0" anchor="t"/>
          <a:lstStyle/>
          <a:p>
            <a:pPr marL="0" indent="0">
              <a:buNone/>
            </a:pPr>
            <a:endParaRPr lang="en-US" dirty="0"/>
          </a:p>
        </p:txBody>
      </p:sp>
      <p:sp>
        <p:nvSpPr>
          <p:cNvPr id="5" name="Text 3"/>
          <p:cNvSpPr/>
          <p:nvPr/>
        </p:nvSpPr>
        <p:spPr>
          <a:xfrm>
            <a:off x="285750" y="854422"/>
            <a:ext cx="1923669" cy="611326"/>
          </a:xfrm>
          <a:prstGeom prst="rect">
            <a:avLst/>
          </a:prstGeom>
          <a:noFill/>
          <a:ln/>
        </p:spPr>
        <p:txBody>
          <a:bodyPr wrap="square" lIns="0" tIns="0" rIns="0" bIns="0" rtlCol="0" anchor="ctr"/>
          <a:lstStyle/>
          <a:p>
            <a:pPr marL="0" indent="0" algn="l">
              <a:lnSpc>
                <a:spcPts val="2292"/>
              </a:lnSpc>
              <a:buNone/>
            </a:pPr>
            <a:r>
              <a:rPr lang="en-US" sz="1910" b="1" dirty="0">
                <a:solidFill>
                  <a:srgbClr val="FFFFFF"/>
                </a:solidFill>
                <a:latin typeface="Calibri Light" pitchFamily="34" charset="0"/>
                <a:ea typeface="Calibri Light" pitchFamily="34" charset="-122"/>
                <a:cs typeface="Calibri Light" pitchFamily="34" charset="-120"/>
              </a:rPr>
              <a:t>Starting Eleos</a:t>
            </a:r>
            <a:br/>
            <a:r>
              <a:rPr lang="en-US" sz="1910" b="1" dirty="0">
                <a:solidFill>
                  <a:srgbClr val="FFFFFF"/>
                </a:solidFill>
                <a:latin typeface="Calibri Light" pitchFamily="34" charset="0"/>
                <a:ea typeface="Calibri Light" pitchFamily="34" charset="-122"/>
                <a:cs typeface="Calibri Light" pitchFamily="34" charset="-120"/>
              </a:rPr>
              <a:t>Smoothly</a:t>
            </a:r>
            <a:endParaRPr lang="en-US" sz="1910" dirty="0"/>
          </a:p>
        </p:txBody>
      </p:sp>
      <p:sp>
        <p:nvSpPr>
          <p:cNvPr id="6" name="Text 4"/>
          <p:cNvSpPr/>
          <p:nvPr/>
        </p:nvSpPr>
        <p:spPr>
          <a:xfrm>
            <a:off x="285750" y="1564779"/>
            <a:ext cx="2074545" cy="171152"/>
          </a:xfrm>
          <a:prstGeom prst="rect">
            <a:avLst/>
          </a:prstGeom>
          <a:noFill/>
          <a:ln/>
        </p:spPr>
        <p:txBody>
          <a:bodyPr wrap="none" lIns="0" tIns="0" rIns="0" bIns="0" rtlCol="0" anchor="t"/>
          <a:lstStyle/>
          <a:p>
            <a:pPr marL="0" indent="0" algn="l">
              <a:lnSpc>
                <a:spcPts val="1349"/>
              </a:lnSpc>
              <a:buNone/>
            </a:pPr>
            <a:r>
              <a:rPr lang="en-US" sz="870" i="1" dirty="0">
                <a:solidFill>
                  <a:srgbClr val="FFFFFF">
                    <a:alpha val="78000"/>
                  </a:srgbClr>
                </a:solidFill>
                <a:latin typeface="Calibri" pitchFamily="34" charset="0"/>
                <a:ea typeface="Calibri" pitchFamily="34" charset="-122"/>
                <a:cs typeface="Calibri" pitchFamily="34" charset="-120"/>
              </a:rPr>
              <a:t>A clean start sets up a clean note.</a:t>
            </a:r>
            <a:endParaRPr lang="en-US" sz="870" dirty="0"/>
          </a:p>
        </p:txBody>
      </p:sp>
      <p:sp>
        <p:nvSpPr>
          <p:cNvPr id="7" name="Text 5"/>
          <p:cNvSpPr/>
          <p:nvPr/>
        </p:nvSpPr>
        <p:spPr>
          <a:xfrm>
            <a:off x="285750" y="3786188"/>
            <a:ext cx="271760" cy="271760"/>
          </a:xfrm>
          <a:prstGeom prst="roundRect">
            <a:avLst>
              <a:gd name="adj" fmla="val 21030"/>
            </a:avLst>
          </a:prstGeom>
          <a:solidFill>
            <a:srgbClr val="FAB753">
              <a:alpha val="18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262" y="3855699"/>
            <a:ext cx="132588" cy="132588"/>
          </a:xfrm>
          <a:prstGeom prst="rect">
            <a:avLst/>
          </a:prstGeom>
        </p:spPr>
      </p:pic>
      <p:sp>
        <p:nvSpPr>
          <p:cNvPr id="9" name="Text 6"/>
          <p:cNvSpPr/>
          <p:nvPr/>
        </p:nvSpPr>
        <p:spPr>
          <a:xfrm>
            <a:off x="643830" y="3801219"/>
            <a:ext cx="786652" cy="253782"/>
          </a:xfrm>
          <a:prstGeom prst="rect">
            <a:avLst/>
          </a:prstGeom>
          <a:noFill/>
          <a:ln/>
        </p:spPr>
        <p:txBody>
          <a:bodyPr wrap="square" lIns="0" tIns="0" rIns="0" bIns="0" rtlCol="0" anchor="ctr"/>
          <a:lstStyle/>
          <a:p>
            <a:pPr marL="0" indent="0" algn="l">
              <a:lnSpc>
                <a:spcPts val="952"/>
              </a:lnSpc>
              <a:buNone/>
            </a:pPr>
            <a:r>
              <a:rPr lang="en-US" sz="680" dirty="0">
                <a:solidFill>
                  <a:srgbClr val="FFFFFF">
                    <a:alpha val="60000"/>
                  </a:srgbClr>
                </a:solidFill>
                <a:latin typeface="Calibri" pitchFamily="34" charset="0"/>
                <a:ea typeface="Calibri" pitchFamily="34" charset="-122"/>
                <a:cs typeface="Calibri" pitchFamily="34" charset="-120"/>
              </a:rPr>
              <a:t>Start before the</a:t>
            </a:r>
            <a:br/>
            <a:r>
              <a:rPr lang="en-US" sz="680" dirty="0">
                <a:solidFill>
                  <a:srgbClr val="FFFFFF">
                    <a:alpha val="60000"/>
                  </a:srgbClr>
                </a:solidFill>
                <a:latin typeface="Calibri" pitchFamily="34" charset="0"/>
                <a:ea typeface="Calibri" pitchFamily="34" charset="-122"/>
                <a:cs typeface="Calibri" pitchFamily="34" charset="-120"/>
              </a:rPr>
              <a:t>first clinical question</a:t>
            </a:r>
            <a:endParaRPr lang="en-US" sz="680" dirty="0"/>
          </a:p>
        </p:txBody>
      </p:sp>
      <p:sp>
        <p:nvSpPr>
          <p:cNvPr id="10" name="Text 7"/>
          <p:cNvSpPr/>
          <p:nvPr/>
        </p:nvSpPr>
        <p:spPr>
          <a:xfrm>
            <a:off x="285750" y="4186089"/>
            <a:ext cx="271760" cy="271760"/>
          </a:xfrm>
          <a:prstGeom prst="roundRect">
            <a:avLst>
              <a:gd name="adj" fmla="val 21030"/>
            </a:avLst>
          </a:prstGeom>
          <a:solidFill>
            <a:srgbClr val="55A49C">
              <a:alpha val="22000"/>
            </a:srgbClr>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5262" y="4255600"/>
            <a:ext cx="132588" cy="132588"/>
          </a:xfrm>
          <a:prstGeom prst="rect">
            <a:avLst/>
          </a:prstGeom>
        </p:spPr>
      </p:pic>
      <p:sp>
        <p:nvSpPr>
          <p:cNvPr id="12" name="Text 8"/>
          <p:cNvSpPr/>
          <p:nvPr/>
        </p:nvSpPr>
        <p:spPr>
          <a:xfrm>
            <a:off x="643830" y="4201120"/>
            <a:ext cx="684032" cy="253782"/>
          </a:xfrm>
          <a:prstGeom prst="rect">
            <a:avLst/>
          </a:prstGeom>
          <a:noFill/>
          <a:ln/>
        </p:spPr>
        <p:txBody>
          <a:bodyPr wrap="square" lIns="0" tIns="0" rIns="0" bIns="0" rtlCol="0" anchor="ctr"/>
          <a:lstStyle/>
          <a:p>
            <a:pPr marL="0" indent="0" algn="l">
              <a:lnSpc>
                <a:spcPts val="952"/>
              </a:lnSpc>
              <a:buNone/>
            </a:pPr>
            <a:r>
              <a:rPr lang="en-US" sz="680" dirty="0">
                <a:solidFill>
                  <a:srgbClr val="FFFFFF">
                    <a:alpha val="60000"/>
                  </a:srgbClr>
                </a:solidFill>
                <a:latin typeface="Calibri" pitchFamily="34" charset="0"/>
                <a:ea typeface="Calibri" pitchFamily="34" charset="-122"/>
                <a:cs typeface="Calibri" pitchFamily="34" charset="-120"/>
              </a:rPr>
              <a:t>Warm, simple</a:t>
            </a:r>
            <a:br/>
            <a:r>
              <a:rPr lang="en-US" sz="680" dirty="0">
                <a:solidFill>
                  <a:srgbClr val="FFFFFF">
                    <a:alpha val="60000"/>
                  </a:srgbClr>
                </a:solidFill>
                <a:latin typeface="Calibri" pitchFamily="34" charset="0"/>
                <a:ea typeface="Calibri" pitchFamily="34" charset="-122"/>
                <a:cs typeface="Calibri" pitchFamily="34" charset="-120"/>
              </a:rPr>
              <a:t>client introduction</a:t>
            </a:r>
            <a:endParaRPr lang="en-US" sz="680" dirty="0"/>
          </a:p>
        </p:txBody>
      </p:sp>
      <p:sp>
        <p:nvSpPr>
          <p:cNvPr id="13" name="Text 9"/>
          <p:cNvSpPr/>
          <p:nvPr/>
        </p:nvSpPr>
        <p:spPr>
          <a:xfrm>
            <a:off x="285750" y="4585990"/>
            <a:ext cx="271760" cy="271760"/>
          </a:xfrm>
          <a:prstGeom prst="roundRect">
            <a:avLst>
              <a:gd name="adj" fmla="val 21030"/>
            </a:avLst>
          </a:prstGeom>
          <a:solidFill>
            <a:srgbClr val="FAB753">
              <a:alpha val="12000"/>
            </a:srgbClr>
          </a:solidFill>
          <a:ln/>
        </p:spPr>
        <p:txBody>
          <a:bodyPr wrap="non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5262" y="4655502"/>
            <a:ext cx="132588" cy="132588"/>
          </a:xfrm>
          <a:prstGeom prst="rect">
            <a:avLst/>
          </a:prstGeom>
        </p:spPr>
      </p:pic>
      <p:sp>
        <p:nvSpPr>
          <p:cNvPr id="15" name="Text 10"/>
          <p:cNvSpPr/>
          <p:nvPr/>
        </p:nvSpPr>
        <p:spPr>
          <a:xfrm>
            <a:off x="643830" y="4601021"/>
            <a:ext cx="571545" cy="253782"/>
          </a:xfrm>
          <a:prstGeom prst="rect">
            <a:avLst/>
          </a:prstGeom>
          <a:noFill/>
          <a:ln/>
        </p:spPr>
        <p:txBody>
          <a:bodyPr wrap="square" lIns="0" tIns="0" rIns="0" bIns="0" rtlCol="0" anchor="ctr"/>
          <a:lstStyle/>
          <a:p>
            <a:pPr marL="0" indent="0" algn="l">
              <a:lnSpc>
                <a:spcPts val="952"/>
              </a:lnSpc>
              <a:buNone/>
            </a:pPr>
            <a:r>
              <a:rPr lang="en-US" sz="680" dirty="0">
                <a:solidFill>
                  <a:srgbClr val="FFFFFF">
                    <a:alpha val="60000"/>
                  </a:srgbClr>
                </a:solidFill>
                <a:latin typeface="Calibri" pitchFamily="34" charset="0"/>
                <a:ea typeface="Calibri" pitchFamily="34" charset="-122"/>
                <a:cs typeface="Calibri" pitchFamily="34" charset="-120"/>
              </a:rPr>
              <a:t>Every client.</a:t>
            </a:r>
            <a:br/>
            <a:r>
              <a:rPr lang="en-US" sz="680" dirty="0">
                <a:solidFill>
                  <a:srgbClr val="FFFFFF">
                    <a:alpha val="60000"/>
                  </a:srgbClr>
                </a:solidFill>
                <a:latin typeface="Calibri" pitchFamily="34" charset="0"/>
                <a:ea typeface="Calibri" pitchFamily="34" charset="-122"/>
                <a:cs typeface="Calibri" pitchFamily="34" charset="-120"/>
              </a:rPr>
              <a:t>Every session.</a:t>
            </a:r>
            <a:endParaRPr lang="en-US" sz="680" dirty="0"/>
          </a:p>
        </p:txBody>
      </p:sp>
      <p:sp>
        <p:nvSpPr>
          <p:cNvPr id="17" name="Text 12"/>
          <p:cNvSpPr/>
          <p:nvPr/>
        </p:nvSpPr>
        <p:spPr>
          <a:xfrm>
            <a:off x="2801541" y="342900"/>
            <a:ext cx="6089797" cy="263277"/>
          </a:xfrm>
          <a:prstGeom prst="rect">
            <a:avLst/>
          </a:prstGeom>
          <a:noFill/>
          <a:ln/>
        </p:spPr>
        <p:txBody>
          <a:bodyPr wrap="none" lIns="0" tIns="0" rIns="0" bIns="71120" rtlCol="0" anchor="t"/>
          <a:lstStyle/>
          <a:p>
            <a:pPr marL="0" indent="0" algn="l">
              <a:buNone/>
            </a:pPr>
            <a:r>
              <a:rPr lang="en-US" sz="960" b="1" kern="0" spc="77" dirty="0">
                <a:solidFill>
                  <a:srgbClr val="1B5E72"/>
                </a:solidFill>
                <a:latin typeface="Calibri Light" pitchFamily="34" charset="0"/>
                <a:ea typeface="Calibri Light" pitchFamily="34" charset="-122"/>
                <a:cs typeface="Calibri Light" pitchFamily="34" charset="-120"/>
              </a:rPr>
              <a:t>FOUR KEYS TO A SMOOTH START</a:t>
            </a:r>
            <a:endParaRPr lang="en-US" sz="960" dirty="0"/>
          </a:p>
        </p:txBody>
      </p:sp>
      <p:sp>
        <p:nvSpPr>
          <p:cNvPr id="18" name="Text 13"/>
          <p:cNvSpPr/>
          <p:nvPr/>
        </p:nvSpPr>
        <p:spPr>
          <a:xfrm>
            <a:off x="2801541" y="596652"/>
            <a:ext cx="5970389" cy="9525"/>
          </a:xfrm>
          <a:prstGeom prst="rect">
            <a:avLst/>
          </a:prstGeom>
          <a:solidFill>
            <a:srgbClr val="EAF4F4"/>
          </a:solidFill>
          <a:ln/>
        </p:spPr>
        <p:txBody>
          <a:bodyPr wrap="none" rtlCol="0" anchor="t"/>
          <a:lstStyle/>
          <a:p>
            <a:pPr marL="0" indent="0">
              <a:buNone/>
            </a:pPr>
            <a:endParaRPr lang="en-US" dirty="0"/>
          </a:p>
        </p:txBody>
      </p:sp>
      <p:sp>
        <p:nvSpPr>
          <p:cNvPr id="19" name="Text 14"/>
          <p:cNvSpPr/>
          <p:nvPr/>
        </p:nvSpPr>
        <p:spPr>
          <a:xfrm>
            <a:off x="2801541" y="1233041"/>
            <a:ext cx="5970389" cy="9525"/>
          </a:xfrm>
          <a:custGeom>
            <a:avLst/>
            <a:gdLst/>
            <a:ahLst/>
            <a:cxnLst/>
            <a:rect l="l" t="t" r="r" b="b"/>
            <a:pathLst>
              <a:path w="5970389" h="9525">
                <a:moveTo>
                  <a:pt x="35566" y="0"/>
                </a:moveTo>
                <a:lnTo>
                  <a:pt x="37713" y="1191"/>
                </a:lnTo>
                <a:lnTo>
                  <a:pt x="40054" y="2381"/>
                </a:lnTo>
                <a:lnTo>
                  <a:pt x="42636" y="3572"/>
                </a:lnTo>
                <a:lnTo>
                  <a:pt x="45532" y="4763"/>
                </a:lnTo>
                <a:lnTo>
                  <a:pt x="48865" y="5953"/>
                </a:lnTo>
                <a:lnTo>
                  <a:pt x="52871" y="7144"/>
                </a:lnTo>
                <a:lnTo>
                  <a:pt x="58161" y="8334"/>
                </a:lnTo>
                <a:lnTo>
                  <a:pt x="71120" y="9525"/>
                </a:lnTo>
                <a:lnTo>
                  <a:pt x="5899269" y="9525"/>
                </a:lnTo>
                <a:lnTo>
                  <a:pt x="5912228" y="8334"/>
                </a:lnTo>
                <a:lnTo>
                  <a:pt x="5917518" y="7144"/>
                </a:lnTo>
                <a:lnTo>
                  <a:pt x="5921524" y="5953"/>
                </a:lnTo>
                <a:lnTo>
                  <a:pt x="5924857" y="4763"/>
                </a:lnTo>
                <a:lnTo>
                  <a:pt x="5927753" y="3572"/>
                </a:lnTo>
                <a:lnTo>
                  <a:pt x="5930335" y="2381"/>
                </a:lnTo>
                <a:lnTo>
                  <a:pt x="5932676" y="1191"/>
                </a:lnTo>
                <a:lnTo>
                  <a:pt x="5934823" y="0"/>
                </a:lnTo>
                <a:close/>
              </a:path>
            </a:pathLst>
          </a:custGeom>
          <a:solidFill>
            <a:srgbClr val="F0F4F4"/>
          </a:solidFill>
          <a:ln/>
        </p:spPr>
        <p:txBody>
          <a:bodyPr wrap="none" rtlCol="0" anchor="t"/>
          <a:lstStyle/>
          <a:p>
            <a:pPr marL="0" indent="0">
              <a:buNone/>
            </a:pPr>
            <a:endParaRPr lang="en-US" dirty="0"/>
          </a:p>
        </p:txBody>
      </p:sp>
      <p:sp>
        <p:nvSpPr>
          <p:cNvPr id="20" name="Text 15"/>
          <p:cNvSpPr/>
          <p:nvPr/>
        </p:nvSpPr>
        <p:spPr>
          <a:xfrm>
            <a:off x="2929682" y="862459"/>
            <a:ext cx="299591" cy="299591"/>
          </a:xfrm>
          <a:prstGeom prst="ellipse">
            <a:avLst/>
          </a:prstGeom>
          <a:solidFill>
            <a:srgbClr val="FAB753"/>
          </a:solidFill>
          <a:ln/>
        </p:spPr>
        <p:txBody>
          <a:bodyPr wrap="squar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13183" y="945960"/>
            <a:ext cx="132588" cy="132588"/>
          </a:xfrm>
          <a:prstGeom prst="rect">
            <a:avLst/>
          </a:prstGeom>
        </p:spPr>
      </p:pic>
      <p:sp>
        <p:nvSpPr>
          <p:cNvPr id="22" name="Text 16"/>
          <p:cNvSpPr/>
          <p:nvPr/>
        </p:nvSpPr>
        <p:spPr>
          <a:xfrm>
            <a:off x="3357414" y="848618"/>
            <a:ext cx="5815013"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Have it primed and ready to hit start before you arrive with your client.</a:t>
            </a:r>
            <a:endParaRPr lang="en-US" sz="870" dirty="0"/>
          </a:p>
        </p:txBody>
      </p:sp>
      <p:sp>
        <p:nvSpPr>
          <p:cNvPr id="23" name="Text 17"/>
          <p:cNvSpPr/>
          <p:nvPr/>
        </p:nvSpPr>
        <p:spPr>
          <a:xfrm>
            <a:off x="3357414" y="1013668"/>
            <a:ext cx="5815013" cy="134392"/>
          </a:xfrm>
          <a:prstGeom prst="rect">
            <a:avLst/>
          </a:prstGeom>
          <a:noFill/>
          <a:ln/>
        </p:spPr>
        <p:txBody>
          <a:bodyPr wrap="non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Eleos should already be running when the session begins. Do not wait until you are deep into conversation.</a:t>
            </a:r>
            <a:endParaRPr lang="en-US" sz="730" dirty="0"/>
          </a:p>
        </p:txBody>
      </p:sp>
      <p:sp>
        <p:nvSpPr>
          <p:cNvPr id="24" name="Text 18"/>
          <p:cNvSpPr/>
          <p:nvPr/>
        </p:nvSpPr>
        <p:spPr>
          <a:xfrm>
            <a:off x="2801541" y="1900089"/>
            <a:ext cx="5970389" cy="9525"/>
          </a:xfrm>
          <a:custGeom>
            <a:avLst/>
            <a:gdLst/>
            <a:ahLst/>
            <a:cxnLst/>
            <a:rect l="l" t="t" r="r" b="b"/>
            <a:pathLst>
              <a:path w="5970389" h="9525">
                <a:moveTo>
                  <a:pt x="35566" y="0"/>
                </a:moveTo>
                <a:lnTo>
                  <a:pt x="37713" y="1191"/>
                </a:lnTo>
                <a:lnTo>
                  <a:pt x="40054" y="2381"/>
                </a:lnTo>
                <a:lnTo>
                  <a:pt x="42636" y="3572"/>
                </a:lnTo>
                <a:lnTo>
                  <a:pt x="45532" y="4763"/>
                </a:lnTo>
                <a:lnTo>
                  <a:pt x="48865" y="5953"/>
                </a:lnTo>
                <a:lnTo>
                  <a:pt x="52871" y="7144"/>
                </a:lnTo>
                <a:lnTo>
                  <a:pt x="58161" y="8334"/>
                </a:lnTo>
                <a:lnTo>
                  <a:pt x="71120" y="9525"/>
                </a:lnTo>
                <a:lnTo>
                  <a:pt x="5899269" y="9525"/>
                </a:lnTo>
                <a:lnTo>
                  <a:pt x="5912228" y="8334"/>
                </a:lnTo>
                <a:lnTo>
                  <a:pt x="5917518" y="7144"/>
                </a:lnTo>
                <a:lnTo>
                  <a:pt x="5921524" y="5953"/>
                </a:lnTo>
                <a:lnTo>
                  <a:pt x="5924857" y="4763"/>
                </a:lnTo>
                <a:lnTo>
                  <a:pt x="5927753" y="3572"/>
                </a:lnTo>
                <a:lnTo>
                  <a:pt x="5930335" y="2381"/>
                </a:lnTo>
                <a:lnTo>
                  <a:pt x="5932676" y="1191"/>
                </a:lnTo>
                <a:lnTo>
                  <a:pt x="5934823" y="0"/>
                </a:lnTo>
                <a:close/>
              </a:path>
            </a:pathLst>
          </a:custGeom>
          <a:solidFill>
            <a:srgbClr val="F0F4F4"/>
          </a:solidFill>
          <a:ln/>
        </p:spPr>
        <p:txBody>
          <a:bodyPr wrap="none" rtlCol="0" anchor="t"/>
          <a:lstStyle/>
          <a:p>
            <a:pPr marL="0" indent="0">
              <a:buNone/>
            </a:pPr>
            <a:endParaRPr lang="en-US" dirty="0"/>
          </a:p>
        </p:txBody>
      </p:sp>
      <p:sp>
        <p:nvSpPr>
          <p:cNvPr id="25" name="Text 19"/>
          <p:cNvSpPr/>
          <p:nvPr/>
        </p:nvSpPr>
        <p:spPr>
          <a:xfrm>
            <a:off x="2929682" y="1529507"/>
            <a:ext cx="299591" cy="299591"/>
          </a:xfrm>
          <a:prstGeom prst="ellipse">
            <a:avLst/>
          </a:prstGeom>
          <a:solidFill>
            <a:srgbClr val="FAB753"/>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13183" y="1613008"/>
            <a:ext cx="132588" cy="132588"/>
          </a:xfrm>
          <a:prstGeom prst="rect">
            <a:avLst/>
          </a:prstGeom>
        </p:spPr>
      </p:pic>
      <p:sp>
        <p:nvSpPr>
          <p:cNvPr id="27" name="Text 20"/>
          <p:cNvSpPr/>
          <p:nvPr/>
        </p:nvSpPr>
        <p:spPr>
          <a:xfrm>
            <a:off x="3357414" y="1515666"/>
            <a:ext cx="5815013"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Keep your introduction warm and simple</a:t>
            </a:r>
            <a:endParaRPr lang="en-US" sz="870" dirty="0"/>
          </a:p>
        </p:txBody>
      </p:sp>
      <p:sp>
        <p:nvSpPr>
          <p:cNvPr id="28" name="Text 21"/>
          <p:cNvSpPr/>
          <p:nvPr/>
        </p:nvSpPr>
        <p:spPr>
          <a:xfrm>
            <a:off x="3357414" y="1680716"/>
            <a:ext cx="5815013" cy="134392"/>
          </a:xfrm>
          <a:prstGeom prst="rect">
            <a:avLst/>
          </a:prstGeom>
          <a:noFill/>
          <a:ln/>
        </p:spPr>
        <p:txBody>
          <a:bodyPr wrap="none" lIns="0" tIns="0" rIns="0" bIns="0" rtlCol="0" anchor="ctr"/>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A brief, natural statement to your client: </a:t>
            </a:r>
            <a:r>
              <a:rPr lang="en-US" sz="730" i="1" dirty="0">
                <a:solidFill>
                  <a:srgbClr val="2C2C2C"/>
                </a:solidFill>
                <a:latin typeface="Calibri" pitchFamily="34" charset="0"/>
                <a:ea typeface="Calibri" pitchFamily="34" charset="-122"/>
                <a:cs typeface="Calibri" pitchFamily="34" charset="-120"/>
              </a:rPr>
              <a:t>"I use a tool that helps me stay focused on you instead of taking notes."</a:t>
            </a:r>
            <a:endParaRPr lang="en-US" sz="730" dirty="0"/>
          </a:p>
        </p:txBody>
      </p:sp>
      <p:sp>
        <p:nvSpPr>
          <p:cNvPr id="29" name="Text 22"/>
          <p:cNvSpPr/>
          <p:nvPr/>
        </p:nvSpPr>
        <p:spPr>
          <a:xfrm>
            <a:off x="2801541" y="2687538"/>
            <a:ext cx="5970389" cy="9525"/>
          </a:xfrm>
          <a:custGeom>
            <a:avLst/>
            <a:gdLst/>
            <a:ahLst/>
            <a:cxnLst/>
            <a:rect l="l" t="t" r="r" b="b"/>
            <a:pathLst>
              <a:path w="5970389" h="9525">
                <a:moveTo>
                  <a:pt x="35566" y="0"/>
                </a:moveTo>
                <a:lnTo>
                  <a:pt x="37713" y="1191"/>
                </a:lnTo>
                <a:lnTo>
                  <a:pt x="40054" y="2381"/>
                </a:lnTo>
                <a:lnTo>
                  <a:pt x="42636" y="3572"/>
                </a:lnTo>
                <a:lnTo>
                  <a:pt x="45532" y="4763"/>
                </a:lnTo>
                <a:lnTo>
                  <a:pt x="48865" y="5953"/>
                </a:lnTo>
                <a:lnTo>
                  <a:pt x="52871" y="7144"/>
                </a:lnTo>
                <a:lnTo>
                  <a:pt x="58161" y="8334"/>
                </a:lnTo>
                <a:lnTo>
                  <a:pt x="71120" y="9525"/>
                </a:lnTo>
                <a:lnTo>
                  <a:pt x="5899269" y="9525"/>
                </a:lnTo>
                <a:lnTo>
                  <a:pt x="5912228" y="8334"/>
                </a:lnTo>
                <a:lnTo>
                  <a:pt x="5917518" y="7144"/>
                </a:lnTo>
                <a:lnTo>
                  <a:pt x="5921524" y="5953"/>
                </a:lnTo>
                <a:lnTo>
                  <a:pt x="5924857" y="4763"/>
                </a:lnTo>
                <a:lnTo>
                  <a:pt x="5927753" y="3572"/>
                </a:lnTo>
                <a:lnTo>
                  <a:pt x="5930335" y="2381"/>
                </a:lnTo>
                <a:lnTo>
                  <a:pt x="5932676" y="1191"/>
                </a:lnTo>
                <a:lnTo>
                  <a:pt x="5934823" y="0"/>
                </a:lnTo>
                <a:close/>
              </a:path>
            </a:pathLst>
          </a:custGeom>
          <a:solidFill>
            <a:srgbClr val="F0F4F4"/>
          </a:solidFill>
          <a:ln/>
        </p:spPr>
        <p:txBody>
          <a:bodyPr wrap="none" rtlCol="0" anchor="t"/>
          <a:lstStyle/>
          <a:p>
            <a:pPr marL="0" indent="0">
              <a:buNone/>
            </a:pPr>
            <a:endParaRPr lang="en-US" dirty="0"/>
          </a:p>
        </p:txBody>
      </p:sp>
      <p:sp>
        <p:nvSpPr>
          <p:cNvPr id="30" name="Text 23"/>
          <p:cNvSpPr/>
          <p:nvPr/>
        </p:nvSpPr>
        <p:spPr>
          <a:xfrm>
            <a:off x="2929682" y="2196554"/>
            <a:ext cx="299591" cy="299591"/>
          </a:xfrm>
          <a:prstGeom prst="ellipse">
            <a:avLst/>
          </a:prstGeom>
          <a:solidFill>
            <a:srgbClr val="FAB753"/>
          </a:solidFill>
          <a:ln/>
        </p:spPr>
        <p:txBody>
          <a:bodyPr wrap="square" rtlCol="0" anchor="t"/>
          <a:lstStyle/>
          <a:p>
            <a:pPr marL="0" indent="0">
              <a:buNone/>
            </a:pPr>
            <a:endParaRPr lang="en-US"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13183" y="2280056"/>
            <a:ext cx="132588" cy="132588"/>
          </a:xfrm>
          <a:prstGeom prst="rect">
            <a:avLst/>
          </a:prstGeom>
        </p:spPr>
      </p:pic>
      <p:sp>
        <p:nvSpPr>
          <p:cNvPr id="32" name="Text 24"/>
          <p:cNvSpPr/>
          <p:nvPr/>
        </p:nvSpPr>
        <p:spPr>
          <a:xfrm>
            <a:off x="3357414" y="2182713"/>
            <a:ext cx="5815013" cy="143470"/>
          </a:xfrm>
          <a:prstGeom prst="rect">
            <a:avLst/>
          </a:prstGeom>
          <a:noFill/>
          <a:ln/>
        </p:spPr>
        <p:txBody>
          <a:bodyPr wrap="none" lIns="0" tIns="0" rIns="0" bIns="0" rtlCol="0" anchor="t"/>
          <a:lstStyle/>
          <a:p>
            <a:pPr marL="0" indent="0" algn="l">
              <a:lnSpc>
                <a:spcPts val="1131"/>
              </a:lnSpc>
              <a:buNone/>
            </a:pPr>
            <a:endParaRPr lang="en-US" sz="870" dirty="0"/>
          </a:p>
        </p:txBody>
      </p:sp>
      <p:sp>
        <p:nvSpPr>
          <p:cNvPr id="37" name="Text 29"/>
          <p:cNvSpPr/>
          <p:nvPr/>
        </p:nvSpPr>
        <p:spPr>
          <a:xfrm>
            <a:off x="2929682" y="2984004"/>
            <a:ext cx="299591" cy="299591"/>
          </a:xfrm>
          <a:prstGeom prst="ellipse">
            <a:avLst/>
          </a:prstGeom>
          <a:solidFill>
            <a:srgbClr val="FBB753"/>
          </a:solidFill>
          <a:ln/>
        </p:spPr>
        <p:txBody>
          <a:bodyPr wrap="square" rtlCol="0" anchor="t"/>
          <a:lstStyle/>
          <a:p>
            <a:pPr marL="0" indent="0">
              <a:buNone/>
            </a:pPr>
            <a:endParaRPr lang="en-US" dirty="0"/>
          </a:p>
        </p:txBody>
      </p:sp>
      <p:pic>
        <p:nvPicPr>
          <p:cNvPr id="3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57012" y="2996437"/>
            <a:ext cx="299591" cy="299590"/>
          </a:xfrm>
          <a:prstGeom prst="rect">
            <a:avLst/>
          </a:prstGeom>
        </p:spPr>
      </p:pic>
      <p:sp>
        <p:nvSpPr>
          <p:cNvPr id="39" name="Text 30"/>
          <p:cNvSpPr/>
          <p:nvPr/>
        </p:nvSpPr>
        <p:spPr>
          <a:xfrm>
            <a:off x="3357414" y="2171998"/>
            <a:ext cx="5815013" cy="171450"/>
          </a:xfrm>
          <a:prstGeom prst="rect">
            <a:avLst/>
          </a:prstGeom>
          <a:noFill/>
          <a:ln/>
        </p:spPr>
        <p:txBody>
          <a:bodyPr wrap="none" lIns="0" tIns="0" rIns="0" bIns="0" rtlCol="0" anchor="t"/>
          <a:lstStyle/>
          <a:p>
            <a:pPr marL="0" indent="0" algn="l">
              <a:lnSpc>
                <a:spcPts val="1350"/>
              </a:lnSpc>
              <a:buNone/>
            </a:pPr>
            <a:r>
              <a:rPr lang="en-US" sz="870" b="1" kern="0" spc="45" dirty="0">
                <a:solidFill>
                  <a:schemeClr val="accent5">
                    <a:lumMod val="50000"/>
                  </a:schemeClr>
                </a:solidFill>
                <a:latin typeface="Calibri" pitchFamily="34" charset="0"/>
                <a:ea typeface="Calibri" pitchFamily="34" charset="-122"/>
                <a:cs typeface="Calibri" pitchFamily="34" charset="-120"/>
              </a:rPr>
              <a:t>Start. Every. Session.</a:t>
            </a:r>
            <a:endParaRPr lang="en-US" sz="870" dirty="0">
              <a:solidFill>
                <a:schemeClr val="accent5">
                  <a:lumMod val="50000"/>
                </a:schemeClr>
              </a:solidFill>
            </a:endParaRPr>
          </a:p>
        </p:txBody>
      </p:sp>
      <p:sp>
        <p:nvSpPr>
          <p:cNvPr id="40" name="Text 31"/>
          <p:cNvSpPr/>
          <p:nvPr/>
        </p:nvSpPr>
        <p:spPr>
          <a:xfrm>
            <a:off x="3357413" y="2398121"/>
            <a:ext cx="5815013" cy="134392"/>
          </a:xfrm>
          <a:prstGeom prst="rect">
            <a:avLst/>
          </a:prstGeom>
          <a:noFill/>
          <a:ln/>
        </p:spPr>
        <p:txBody>
          <a:bodyPr wrap="non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Consistency is the only way to build the habit.</a:t>
            </a:r>
            <a:endParaRPr lang="en-US" sz="730" dirty="0"/>
          </a:p>
        </p:txBody>
      </p:sp>
      <p:sp>
        <p:nvSpPr>
          <p:cNvPr id="41" name="Text 32"/>
          <p:cNvSpPr/>
          <p:nvPr/>
        </p:nvSpPr>
        <p:spPr>
          <a:xfrm>
            <a:off x="2801541" y="4146500"/>
            <a:ext cx="5970389" cy="9525"/>
          </a:xfrm>
          <a:custGeom>
            <a:avLst/>
            <a:gdLst/>
            <a:ahLst/>
            <a:cxnLst/>
            <a:rect l="l" t="t" r="r" b="b"/>
            <a:pathLst>
              <a:path w="5970389" h="9525">
                <a:moveTo>
                  <a:pt x="35566" y="0"/>
                </a:moveTo>
                <a:lnTo>
                  <a:pt x="37713" y="1191"/>
                </a:lnTo>
                <a:lnTo>
                  <a:pt x="40054" y="2381"/>
                </a:lnTo>
                <a:lnTo>
                  <a:pt x="42636" y="3572"/>
                </a:lnTo>
                <a:lnTo>
                  <a:pt x="45532" y="4763"/>
                </a:lnTo>
                <a:lnTo>
                  <a:pt x="48865" y="5953"/>
                </a:lnTo>
                <a:lnTo>
                  <a:pt x="52871" y="7144"/>
                </a:lnTo>
                <a:lnTo>
                  <a:pt x="58161" y="8334"/>
                </a:lnTo>
                <a:lnTo>
                  <a:pt x="71120" y="9525"/>
                </a:lnTo>
                <a:lnTo>
                  <a:pt x="5899269" y="9525"/>
                </a:lnTo>
                <a:lnTo>
                  <a:pt x="5912228" y="8334"/>
                </a:lnTo>
                <a:lnTo>
                  <a:pt x="5917518" y="7144"/>
                </a:lnTo>
                <a:lnTo>
                  <a:pt x="5921524" y="5953"/>
                </a:lnTo>
                <a:lnTo>
                  <a:pt x="5924857" y="4763"/>
                </a:lnTo>
                <a:lnTo>
                  <a:pt x="5927753" y="3572"/>
                </a:lnTo>
                <a:lnTo>
                  <a:pt x="5930335" y="2381"/>
                </a:lnTo>
                <a:lnTo>
                  <a:pt x="5932676" y="1191"/>
                </a:lnTo>
                <a:lnTo>
                  <a:pt x="5934823" y="0"/>
                </a:lnTo>
                <a:close/>
              </a:path>
            </a:pathLst>
          </a:custGeom>
          <a:solidFill>
            <a:srgbClr val="F0F4F4"/>
          </a:solidFill>
          <a:ln/>
        </p:spPr>
        <p:txBody>
          <a:bodyPr wrap="none" rtlCol="0" anchor="t"/>
          <a:lstStyle/>
          <a:p>
            <a:pPr marL="0" indent="0">
              <a:buNone/>
            </a:pPr>
            <a:endParaRPr lang="en-US" dirty="0"/>
          </a:p>
        </p:txBody>
      </p:sp>
      <p:sp>
        <p:nvSpPr>
          <p:cNvPr id="44" name="Text 34"/>
          <p:cNvSpPr/>
          <p:nvPr/>
        </p:nvSpPr>
        <p:spPr>
          <a:xfrm>
            <a:off x="3392573" y="2964210"/>
            <a:ext cx="5815013"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It is okay if you forget to start</a:t>
            </a:r>
            <a:endParaRPr lang="en-US" sz="870" dirty="0"/>
          </a:p>
        </p:txBody>
      </p:sp>
      <p:sp>
        <p:nvSpPr>
          <p:cNvPr id="45" name="Text 35"/>
          <p:cNvSpPr/>
          <p:nvPr/>
        </p:nvSpPr>
        <p:spPr>
          <a:xfrm>
            <a:off x="3379827" y="3154218"/>
            <a:ext cx="5392103" cy="282223"/>
          </a:xfrm>
          <a:prstGeom prst="rect">
            <a:avLst/>
          </a:prstGeom>
          <a:noFill/>
          <a:ln/>
        </p:spPr>
        <p:txBody>
          <a:bodyPr wrap="squar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Eleos captures from the moment you press start — not from the beginning of the session. If you forget, start when you notice.</a:t>
            </a:r>
            <a:endParaRPr lang="en-US" sz="730" dirty="0"/>
          </a:p>
        </p:txBody>
      </p:sp>
      <p:pic>
        <p:nvPicPr>
          <p:cNvPr id="47"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13183" y="4526468"/>
            <a:ext cx="132588" cy="132588"/>
          </a:xfrm>
          <a:prstGeom prst="rect">
            <a:avLst/>
          </a:prstGeom>
        </p:spPr>
      </p:pic>
      <p:sp>
        <p:nvSpPr>
          <p:cNvPr id="48" name="Text 37"/>
          <p:cNvSpPr/>
          <p:nvPr/>
        </p:nvSpPr>
        <p:spPr>
          <a:xfrm>
            <a:off x="3357414" y="4429125"/>
            <a:ext cx="5815013" cy="143470"/>
          </a:xfrm>
          <a:prstGeom prst="rect">
            <a:avLst/>
          </a:prstGeom>
          <a:noFill/>
          <a:ln/>
        </p:spPr>
        <p:txBody>
          <a:bodyPr wrap="none" lIns="0" tIns="0" rIns="0" bIns="0" rtlCol="0" anchor="t"/>
          <a:lstStyle/>
          <a:p>
            <a:pPr marL="0" indent="0" algn="l">
              <a:lnSpc>
                <a:spcPts val="1131"/>
              </a:lnSpc>
              <a:buNone/>
            </a:pPr>
            <a:endParaRPr lang="en-US" sz="870" dirty="0"/>
          </a:p>
        </p:txBody>
      </p:sp>
      <p:sp>
        <p:nvSpPr>
          <p:cNvPr id="49" name="Text 38"/>
          <p:cNvSpPr/>
          <p:nvPr/>
        </p:nvSpPr>
        <p:spPr>
          <a:xfrm>
            <a:off x="4572000" y="4616914"/>
            <a:ext cx="5815013" cy="134392"/>
          </a:xfrm>
          <a:prstGeom prst="rect">
            <a:avLst/>
          </a:prstGeom>
          <a:noFill/>
          <a:ln/>
        </p:spPr>
        <p:txBody>
          <a:bodyPr wrap="none" lIns="0" tIns="0" rIns="0" bIns="0" rtlCol="0" anchor="t"/>
          <a:lstStyle/>
          <a:p>
            <a:pPr marL="0" indent="0" algn="l">
              <a:lnSpc>
                <a:spcPts val="1058"/>
              </a:lnSpc>
              <a:buNone/>
            </a:pPr>
            <a:endParaRPr lang="en-US" sz="730" dirty="0"/>
          </a:p>
        </p:txBody>
      </p:sp>
      <p:sp>
        <p:nvSpPr>
          <p:cNvPr id="50" name="Text 39"/>
          <p:cNvSpPr/>
          <p:nvPr/>
        </p:nvSpPr>
        <p:spPr>
          <a:xfrm>
            <a:off x="2429470" y="4813474"/>
            <a:ext cx="6742956" cy="329952"/>
          </a:xfrm>
          <a:prstGeom prst="rect">
            <a:avLst/>
          </a:prstGeom>
          <a:gradFill rotWithShape="1">
            <a:gsLst>
              <a:gs pos="0">
                <a:srgbClr val="FAB753"/>
              </a:gs>
              <a:gs pos="100000">
                <a:srgbClr val="F9C97A"/>
              </a:gs>
            </a:gsLst>
            <a:lin ang="0" scaled="1"/>
          </a:gradFill>
          <a:ln/>
        </p:spPr>
        <p:txBody>
          <a:bodyPr wrap="none" lIns="586611" tIns="92710" rIns="372110" bIns="92710" rtlCol="0" anchor="ctr"/>
          <a:lstStyle/>
          <a:p>
            <a:pPr marL="0" indent="0" algn="l">
              <a:buNone/>
            </a:pPr>
            <a:r>
              <a:rPr lang="en-US" sz="760" b="1" kern="0" spc="8" dirty="0">
                <a:solidFill>
                  <a:srgbClr val="1B3A2D"/>
                </a:solidFill>
                <a:latin typeface="Calibri" pitchFamily="34" charset="0"/>
                <a:ea typeface="Calibri" pitchFamily="34" charset="-122"/>
                <a:cs typeface="Calibri" pitchFamily="34" charset="-120"/>
              </a:rPr>
              <a:t>Time permitting — we will practice what this opening sounds like across different client types.</a:t>
            </a:r>
            <a:endParaRPr lang="en-US" sz="760" dirty="0"/>
          </a:p>
        </p:txBody>
      </p:sp>
      <p:pic>
        <p:nvPicPr>
          <p:cNvPr id="51"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77253" y="4912156"/>
            <a:ext cx="176716" cy="132588"/>
          </a:xfrm>
          <a:prstGeom prst="rect">
            <a:avLst/>
          </a:prstGeom>
        </p:spPr>
      </p:pic>
      <p:sp>
        <p:nvSpPr>
          <p:cNvPr id="52" name="Text 40"/>
          <p:cNvSpPr/>
          <p:nvPr/>
        </p:nvSpPr>
        <p:spPr>
          <a:xfrm>
            <a:off x="1286466" y="4000500"/>
            <a:ext cx="1572216" cy="1143000"/>
          </a:xfrm>
          <a:prstGeom prst="ellipse">
            <a:avLst/>
          </a:prstGeom>
          <a:solidFill>
            <a:srgbClr val="55A49C">
              <a:alpha val="18000"/>
            </a:srgbClr>
          </a:solidFill>
          <a:ln/>
        </p:spPr>
        <p:txBody>
          <a:bodyPr wrap="square" rtlCol="0" anchor="t"/>
          <a:lstStyle/>
          <a:p>
            <a:pPr marL="0" indent="0">
              <a:buNone/>
            </a:pPr>
            <a:endParaRPr lang="en-US" dirty="0"/>
          </a:p>
        </p:txBody>
      </p:sp>
      <p:sp>
        <p:nvSpPr>
          <p:cNvPr id="53" name="Text 41"/>
          <p:cNvSpPr/>
          <p:nvPr/>
        </p:nvSpPr>
        <p:spPr>
          <a:xfrm>
            <a:off x="1571034" y="214630"/>
            <a:ext cx="714970" cy="714970"/>
          </a:xfrm>
          <a:prstGeom prst="ellipse">
            <a:avLst/>
          </a:prstGeom>
          <a:solidFill>
            <a:srgbClr val="FAB753">
              <a:alpha val="10000"/>
            </a:srgbClr>
          </a:solidFill>
          <a:ln/>
        </p:spPr>
        <p:txBody>
          <a:bodyPr wrap="squar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642741"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1733996"/>
            <a:ext cx="3429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4" name="Text 2"/>
          <p:cNvSpPr/>
          <p:nvPr/>
        </p:nvSpPr>
        <p:spPr>
          <a:xfrm>
            <a:off x="285750" y="1963787"/>
            <a:ext cx="2141205" cy="723840"/>
          </a:xfrm>
          <a:prstGeom prst="rect">
            <a:avLst/>
          </a:prstGeom>
          <a:noFill/>
          <a:ln/>
        </p:spPr>
        <p:txBody>
          <a:bodyPr wrap="square" lIns="0" tIns="0" rIns="0" bIns="0" rtlCol="0" anchor="ctr"/>
          <a:lstStyle/>
          <a:p>
            <a:pPr marL="0" indent="0" algn="l">
              <a:lnSpc>
                <a:spcPts val="2714"/>
              </a:lnSpc>
              <a:buNone/>
            </a:pPr>
            <a:r>
              <a:rPr lang="en-US" sz="2360" b="1" kern="0" spc="-30" dirty="0">
                <a:solidFill>
                  <a:srgbClr val="FFFFFF"/>
                </a:solidFill>
                <a:latin typeface="Calibri Light" pitchFamily="34" charset="0"/>
                <a:ea typeface="Calibri Light" pitchFamily="34" charset="-122"/>
                <a:cs typeface="Calibri Light" pitchFamily="34" charset="-120"/>
              </a:rPr>
              <a:t>Flexibility</a:t>
            </a:r>
            <a:br/>
            <a:r>
              <a:rPr lang="en-US" sz="2360" b="1" kern="0" spc="-30" dirty="0">
                <a:solidFill>
                  <a:srgbClr val="FFFFFF"/>
                </a:solidFill>
                <a:latin typeface="Calibri Light" pitchFamily="34" charset="0"/>
                <a:ea typeface="Calibri Light" pitchFamily="34" charset="-122"/>
                <a:cs typeface="Calibri Light" pitchFamily="34" charset="-120"/>
              </a:rPr>
              <a:t>Is the Point</a:t>
            </a:r>
            <a:endParaRPr lang="en-US" sz="2360" dirty="0"/>
          </a:p>
        </p:txBody>
      </p:sp>
      <p:sp>
        <p:nvSpPr>
          <p:cNvPr id="5" name="Text 3"/>
          <p:cNvSpPr/>
          <p:nvPr/>
        </p:nvSpPr>
        <p:spPr>
          <a:xfrm>
            <a:off x="285750" y="2824609"/>
            <a:ext cx="2141205" cy="614139"/>
          </a:xfrm>
          <a:prstGeom prst="rect">
            <a:avLst/>
          </a:prstGeom>
          <a:noFill/>
          <a:ln/>
        </p:spPr>
        <p:txBody>
          <a:bodyPr wrap="square" lIns="0" tIns="0" rIns="0" bIns="0" rtlCol="0" anchor="t"/>
          <a:lstStyle/>
          <a:p>
            <a:pPr marL="0" indent="0" algn="l">
              <a:lnSpc>
                <a:spcPts val="1536"/>
              </a:lnSpc>
              <a:buNone/>
            </a:pPr>
            <a:r>
              <a:rPr lang="en-US" sz="960" dirty="0">
                <a:solidFill>
                  <a:srgbClr val="FFFFFF">
                    <a:alpha val="88000"/>
                  </a:srgbClr>
                </a:solidFill>
                <a:latin typeface="Calibri" pitchFamily="34" charset="0"/>
                <a:ea typeface="Calibri" pitchFamily="34" charset="-122"/>
                <a:cs typeface="Calibri" pitchFamily="34" charset="-120"/>
              </a:rPr>
              <a:t>Eleos captures from the moment you press start. A late start is not a failed start. Begin where you are.</a:t>
            </a:r>
            <a:endParaRPr lang="en-US" sz="960" dirty="0"/>
          </a:p>
        </p:txBody>
      </p:sp>
      <p:sp>
        <p:nvSpPr>
          <p:cNvPr id="6" name="Text 4"/>
          <p:cNvSpPr/>
          <p:nvPr/>
        </p:nvSpPr>
        <p:spPr>
          <a:xfrm>
            <a:off x="2957661" y="228600"/>
            <a:ext cx="6490648" cy="236190"/>
          </a:xfrm>
          <a:prstGeom prst="rect">
            <a:avLst/>
          </a:prstGeom>
          <a:noFill/>
          <a:ln/>
        </p:spPr>
        <p:txBody>
          <a:bodyPr wrap="none" lIns="0" tIns="0" rIns="0" bIns="0" rtlCol="0" anchor="t"/>
          <a:lstStyle/>
          <a:p>
            <a:pPr marL="0" indent="0" algn="l">
              <a:lnSpc>
                <a:spcPts val="1860"/>
              </a:lnSpc>
              <a:buNone/>
            </a:pPr>
            <a:r>
              <a:rPr lang="en-US" sz="1240" b="1" kern="0" spc="-10" dirty="0">
                <a:solidFill>
                  <a:srgbClr val="1B5E72"/>
                </a:solidFill>
                <a:latin typeface="Calibri Light" pitchFamily="34" charset="0"/>
                <a:ea typeface="Calibri Light" pitchFamily="34" charset="-122"/>
                <a:cs typeface="Calibri Light" pitchFamily="34" charset="-120"/>
              </a:rPr>
              <a:t>What To Do When You Miss the Start</a:t>
            </a:r>
            <a:endParaRPr lang="en-US" sz="1240" dirty="0"/>
          </a:p>
        </p:txBody>
      </p:sp>
      <p:sp>
        <p:nvSpPr>
          <p:cNvPr id="7" name="Text 5"/>
          <p:cNvSpPr/>
          <p:nvPr/>
        </p:nvSpPr>
        <p:spPr>
          <a:xfrm>
            <a:off x="2957661" y="615851"/>
            <a:ext cx="214610" cy="214610"/>
          </a:xfrm>
          <a:prstGeom prst="ellipse">
            <a:avLst/>
          </a:prstGeom>
          <a:solidFill>
            <a:srgbClr val="FAB753"/>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8598" y="656787"/>
            <a:ext cx="132588" cy="132588"/>
          </a:xfrm>
          <a:prstGeom prst="rect">
            <a:avLst/>
          </a:prstGeom>
        </p:spPr>
      </p:pic>
      <p:sp>
        <p:nvSpPr>
          <p:cNvPr id="9" name="Text 6"/>
          <p:cNvSpPr/>
          <p:nvPr/>
        </p:nvSpPr>
        <p:spPr>
          <a:xfrm>
            <a:off x="3272582" y="608261"/>
            <a:ext cx="6144235"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Start when you notice</a:t>
            </a:r>
            <a:endParaRPr lang="en-US" sz="870" dirty="0"/>
          </a:p>
        </p:txBody>
      </p:sp>
      <p:sp>
        <p:nvSpPr>
          <p:cNvPr id="10" name="Text 7"/>
          <p:cNvSpPr/>
          <p:nvPr/>
        </p:nvSpPr>
        <p:spPr>
          <a:xfrm>
            <a:off x="3272582" y="765572"/>
            <a:ext cx="5697382" cy="328166"/>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ea typeface="Calibri" pitchFamily="34" charset="-122"/>
                <a:cs typeface="Calibri" pitchFamily="34" charset="-120"/>
              </a:rPr>
              <a:t>It does not matter if you are already five or ten minutes in. Press start. Eleos begins capturing right there — including the walk down the hallway.</a:t>
            </a:r>
            <a:endParaRPr lang="en-US" sz="820" dirty="0"/>
          </a:p>
        </p:txBody>
      </p:sp>
      <p:sp>
        <p:nvSpPr>
          <p:cNvPr id="11" name="Text 8"/>
          <p:cNvSpPr/>
          <p:nvPr/>
        </p:nvSpPr>
        <p:spPr>
          <a:xfrm>
            <a:off x="2957661" y="1178272"/>
            <a:ext cx="214610" cy="214610"/>
          </a:xfrm>
          <a:prstGeom prst="ellipse">
            <a:avLst/>
          </a:prstGeom>
          <a:solidFill>
            <a:srgbClr val="FAB753"/>
          </a:solidFill>
          <a:ln/>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8598" y="1219209"/>
            <a:ext cx="132588" cy="132588"/>
          </a:xfrm>
          <a:prstGeom prst="rect">
            <a:avLst/>
          </a:prstGeom>
        </p:spPr>
      </p:pic>
      <p:sp>
        <p:nvSpPr>
          <p:cNvPr id="13" name="Text 9"/>
          <p:cNvSpPr/>
          <p:nvPr/>
        </p:nvSpPr>
        <p:spPr>
          <a:xfrm>
            <a:off x="3272582" y="1170682"/>
            <a:ext cx="6144235"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Acknowledge the gap out loud</a:t>
            </a:r>
            <a:endParaRPr lang="en-US" sz="870" dirty="0"/>
          </a:p>
        </p:txBody>
      </p:sp>
      <p:sp>
        <p:nvSpPr>
          <p:cNvPr id="14" name="Text 10"/>
          <p:cNvSpPr/>
          <p:nvPr/>
        </p:nvSpPr>
        <p:spPr>
          <a:xfrm>
            <a:off x="3272582" y="1327993"/>
            <a:ext cx="5697382" cy="328166"/>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ea typeface="Calibri" pitchFamily="34" charset="-122"/>
                <a:cs typeface="Calibri" pitchFamily="34" charset="-120"/>
              </a:rPr>
              <a:t>When you get to your office, simply say what Eleos missed — or note there is nothing significant to add. You are in control of the context.</a:t>
            </a:r>
            <a:endParaRPr lang="en-US" sz="820" dirty="0"/>
          </a:p>
        </p:txBody>
      </p:sp>
      <p:sp>
        <p:nvSpPr>
          <p:cNvPr id="15" name="Text 11"/>
          <p:cNvSpPr/>
          <p:nvPr/>
        </p:nvSpPr>
        <p:spPr>
          <a:xfrm>
            <a:off x="2957661" y="1740694"/>
            <a:ext cx="214610" cy="214610"/>
          </a:xfrm>
          <a:prstGeom prst="ellipse">
            <a:avLst/>
          </a:prstGeom>
          <a:solidFill>
            <a:srgbClr val="FAB753"/>
          </a:solidFill>
          <a:ln/>
        </p:spPr>
        <p:txBody>
          <a:bodyPr wrap="non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98598" y="1781630"/>
            <a:ext cx="132588" cy="132588"/>
          </a:xfrm>
          <a:prstGeom prst="rect">
            <a:avLst/>
          </a:prstGeom>
        </p:spPr>
      </p:pic>
      <p:sp>
        <p:nvSpPr>
          <p:cNvPr id="17" name="Text 12"/>
          <p:cNvSpPr/>
          <p:nvPr/>
        </p:nvSpPr>
        <p:spPr>
          <a:xfrm>
            <a:off x="3272582" y="1733104"/>
            <a:ext cx="6144235"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Use the catch-up tactic</a:t>
            </a:r>
            <a:endParaRPr lang="en-US" sz="870" dirty="0"/>
          </a:p>
        </p:txBody>
      </p:sp>
      <p:sp>
        <p:nvSpPr>
          <p:cNvPr id="18" name="Text 13"/>
          <p:cNvSpPr/>
          <p:nvPr/>
        </p:nvSpPr>
        <p:spPr>
          <a:xfrm>
            <a:off x="3272582" y="1890415"/>
            <a:ext cx="5697382" cy="328166"/>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ea typeface="Calibri" pitchFamily="34" charset="-122"/>
                <a:cs typeface="Calibri" pitchFamily="34" charset="-120"/>
              </a:rPr>
              <a:t>Recap what happened before you started by weaving it naturally into what comes next. You do not need to stop the session — just speak it forward.</a:t>
            </a:r>
            <a:endParaRPr lang="en-US" sz="820" dirty="0"/>
          </a:p>
        </p:txBody>
      </p:sp>
      <p:sp>
        <p:nvSpPr>
          <p:cNvPr id="19" name="Text 14"/>
          <p:cNvSpPr/>
          <p:nvPr/>
        </p:nvSpPr>
        <p:spPr>
          <a:xfrm>
            <a:off x="2957661" y="2303115"/>
            <a:ext cx="214610" cy="214610"/>
          </a:xfrm>
          <a:prstGeom prst="ellipse">
            <a:avLst/>
          </a:prstGeom>
          <a:solidFill>
            <a:srgbClr val="FAB753"/>
          </a:solidFill>
          <a:ln/>
        </p:spPr>
        <p:txBody>
          <a:bodyPr wrap="none" rtlCol="0" anchor="t"/>
          <a:lstStyle/>
          <a:p>
            <a:pPr marL="0" indent="0">
              <a:buNone/>
            </a:pPr>
            <a:endParaRPr lang="en-US" dirty="0"/>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98598" y="2344052"/>
            <a:ext cx="132588" cy="132588"/>
          </a:xfrm>
          <a:prstGeom prst="rect">
            <a:avLst/>
          </a:prstGeom>
        </p:spPr>
      </p:pic>
      <p:sp>
        <p:nvSpPr>
          <p:cNvPr id="21" name="Text 15"/>
          <p:cNvSpPr/>
          <p:nvPr/>
        </p:nvSpPr>
        <p:spPr>
          <a:xfrm>
            <a:off x="3272582" y="2295525"/>
            <a:ext cx="6144235"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Example — say this out loud in session</a:t>
            </a:r>
            <a:endParaRPr lang="en-US" sz="870" dirty="0"/>
          </a:p>
        </p:txBody>
      </p:sp>
      <p:sp>
        <p:nvSpPr>
          <p:cNvPr id="22" name="Text 16"/>
          <p:cNvSpPr/>
          <p:nvPr/>
        </p:nvSpPr>
        <p:spPr>
          <a:xfrm>
            <a:off x="3272582" y="2667446"/>
            <a:ext cx="5585668" cy="649196"/>
          </a:xfrm>
          <a:prstGeom prst="rect">
            <a:avLst/>
          </a:prstGeom>
          <a:solidFill>
            <a:srgbClr val="EAF4F4"/>
          </a:solidFill>
          <a:ln/>
        </p:spPr>
        <p:txBody>
          <a:bodyPr wrap="square" lIns="114300" tIns="78740" rIns="114300" bIns="78740" rtlCol="0" anchor="t"/>
          <a:lstStyle/>
          <a:p>
            <a:pPr marL="0" indent="0" algn="l">
              <a:buNone/>
            </a:pPr>
            <a:r>
              <a:rPr lang="en-US" sz="760" i="1" dirty="0">
                <a:solidFill>
                  <a:srgbClr val="2C2C2C"/>
                </a:solidFill>
                <a:latin typeface="Calibri" pitchFamily="34" charset="0"/>
                <a:ea typeface="Calibri" pitchFamily="34" charset="-122"/>
                <a:cs typeface="Calibri" pitchFamily="34" charset="-120"/>
              </a:rPr>
              <a:t>"Okay — now that we have done highs and lows, since you said you have been feeling bad about yourself, how about we play this game so you can teach me about some of your favorite parts about being you."</a:t>
            </a:r>
            <a:endParaRPr lang="en-US" sz="760" dirty="0"/>
          </a:p>
          <a:p>
            <a:pPr marL="0" indent="0" algn="l">
              <a:buNone/>
            </a:pPr>
            <a:r>
              <a:rPr lang="en-US" sz="700" i="1" dirty="0">
                <a:solidFill>
                  <a:srgbClr val="55A49C"/>
                </a:solidFill>
                <a:latin typeface="Calibri" pitchFamily="34" charset="0"/>
                <a:ea typeface="Calibri" pitchFamily="34" charset="-122"/>
                <a:cs typeface="Calibri" pitchFamily="34" charset="-120"/>
              </a:rPr>
              <a:t>That one sentence tells Eleos what happened before it started and opens the next intervention at the same time.</a:t>
            </a:r>
            <a:endParaRPr lang="en-US" sz="760" dirty="0"/>
          </a:p>
        </p:txBody>
      </p:sp>
      <p:sp>
        <p:nvSpPr>
          <p:cNvPr id="23" name="Text 17"/>
          <p:cNvSpPr/>
          <p:nvPr/>
        </p:nvSpPr>
        <p:spPr>
          <a:xfrm>
            <a:off x="3272582" y="2667446"/>
            <a:ext cx="28575" cy="630287"/>
          </a:xfrm>
          <a:prstGeom prst="rect">
            <a:avLst/>
          </a:prstGeom>
          <a:solidFill>
            <a:srgbClr val="55A49C"/>
          </a:solidFill>
          <a:ln/>
        </p:spPr>
        <p:txBody>
          <a:bodyPr wrap="square" rtlCol="0" anchor="t"/>
          <a:lstStyle/>
          <a:p>
            <a:pPr marL="0" indent="0">
              <a:buNone/>
            </a:pPr>
            <a:endParaRPr lang="en-US" dirty="0"/>
          </a:p>
        </p:txBody>
      </p:sp>
      <p:sp>
        <p:nvSpPr>
          <p:cNvPr id="24" name="Text 18"/>
          <p:cNvSpPr/>
          <p:nvPr/>
        </p:nvSpPr>
        <p:spPr>
          <a:xfrm>
            <a:off x="2642741" y="4800600"/>
            <a:ext cx="6501259" cy="377190"/>
          </a:xfrm>
          <a:prstGeom prst="rect">
            <a:avLst/>
          </a:prstGeom>
          <a:solidFill>
            <a:srgbClr val="FAB753"/>
          </a:solidFill>
          <a:ln/>
        </p:spPr>
        <p:txBody>
          <a:bodyPr wrap="none" lIns="0" tIns="0" rIns="0" bIns="0" rtlCol="0" anchor="ctr"/>
          <a:lstStyle/>
          <a:p>
            <a:pPr marL="0" indent="0" algn="ctr">
              <a:buNone/>
            </a:pPr>
            <a:r>
              <a:rPr lang="en-US" sz="960" b="1" kern="0" spc="10" dirty="0">
                <a:solidFill>
                  <a:srgbClr val="2C2C2C"/>
                </a:solidFill>
                <a:latin typeface="Calibri" pitchFamily="34" charset="0"/>
                <a:ea typeface="Calibri" pitchFamily="34" charset="-122"/>
                <a:cs typeface="Calibri" pitchFamily="34" charset="-120"/>
              </a:rPr>
              <a:t>Start. Catch up. Keep going. Eleos works with your session — not against it.</a:t>
            </a:r>
            <a:endParaRPr lang="en-US" sz="960" dirty="0"/>
          </a:p>
        </p:txBody>
      </p:sp>
      <p:sp>
        <p:nvSpPr>
          <p:cNvPr id="25" name="Text 19"/>
          <p:cNvSpPr/>
          <p:nvPr/>
        </p:nvSpPr>
        <p:spPr>
          <a:xfrm>
            <a:off x="2607316" y="0"/>
            <a:ext cx="35421" cy="5143500"/>
          </a:xfrm>
          <a:prstGeom prst="rect">
            <a:avLst/>
          </a:prstGeom>
          <a:solidFill>
            <a:srgbClr val="FAB753"/>
          </a:solidFill>
          <a:ln/>
        </p:spPr>
        <p:txBody>
          <a:bodyPr wrap="squar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41838"/>
          </a:xfrm>
          <a:prstGeom prst="rect">
            <a:avLst/>
          </a:prstGeom>
          <a:solidFill>
            <a:srgbClr val="1B5E72"/>
          </a:solidFill>
          <a:ln/>
        </p:spPr>
        <p:txBody>
          <a:bodyPr wrap="square" lIns="400050" tIns="128270" rIns="400050" bIns="100330" rtlCol="0" anchor="t"/>
          <a:lstStyle/>
          <a:p>
            <a:pPr marL="0" indent="0" algn="l">
              <a:buNone/>
            </a:pPr>
            <a:r>
              <a:rPr lang="en-US" sz="1460" b="1" kern="0" spc="-20" dirty="0">
                <a:solidFill>
                  <a:srgbClr val="FFFFFF"/>
                </a:solidFill>
                <a:latin typeface="Calibri Light" pitchFamily="34" charset="0"/>
                <a:ea typeface="Calibri Light" pitchFamily="34" charset="-122"/>
                <a:cs typeface="Calibri Light" pitchFamily="34" charset="-120"/>
              </a:rPr>
              <a:t>Stopping Eleos — and Finishing the Note Before They Leave</a:t>
            </a:r>
            <a:endParaRPr lang="en-US" sz="1460" dirty="0"/>
          </a:p>
          <a:p>
            <a:pPr marL="0" indent="0" algn="l">
              <a:buNone/>
            </a:pPr>
            <a:r>
              <a:rPr lang="en-US" sz="840" i="1" dirty="0">
                <a:solidFill>
                  <a:srgbClr val="55A49C"/>
                </a:solidFill>
                <a:latin typeface="Calibri" pitchFamily="34" charset="0"/>
                <a:ea typeface="Calibri" pitchFamily="34" charset="-122"/>
                <a:cs typeface="Calibri" pitchFamily="34" charset="-120"/>
              </a:rPr>
              <a:t>This is the whole point. The note gets done in the room.</a:t>
            </a:r>
            <a:endParaRPr lang="en-US" sz="1460" dirty="0"/>
          </a:p>
        </p:txBody>
      </p:sp>
      <p:sp>
        <p:nvSpPr>
          <p:cNvPr id="3" name="Text 1"/>
          <p:cNvSpPr/>
          <p:nvPr/>
        </p:nvSpPr>
        <p:spPr>
          <a:xfrm>
            <a:off x="4561210" y="623143"/>
            <a:ext cx="21580" cy="3629620"/>
          </a:xfrm>
          <a:prstGeom prst="rect">
            <a:avLst/>
          </a:prstGeom>
          <a:gradFill rotWithShape="1">
            <a:gsLst>
              <a:gs pos="0">
                <a:srgbClr val="FAB753"/>
              </a:gs>
              <a:gs pos="33333">
                <a:srgbClr val="55A49C"/>
              </a:gs>
              <a:gs pos="66667">
                <a:srgbClr val="FAB753"/>
              </a:gs>
              <a:gs pos="100000">
                <a:srgbClr val="55A49C"/>
              </a:gs>
            </a:gsLst>
            <a:lin ang="5400000" scaled="1"/>
          </a:gradFill>
          <a:ln/>
        </p:spPr>
        <p:txBody>
          <a:bodyPr wrap="square" rtlCol="0" anchor="t"/>
          <a:lstStyle/>
          <a:p>
            <a:pPr marL="0" indent="0">
              <a:buNone/>
            </a:pPr>
            <a:endParaRPr lang="en-US" dirty="0"/>
          </a:p>
        </p:txBody>
      </p:sp>
      <p:sp>
        <p:nvSpPr>
          <p:cNvPr id="4" name="Text 2"/>
          <p:cNvSpPr/>
          <p:nvPr/>
        </p:nvSpPr>
        <p:spPr>
          <a:xfrm>
            <a:off x="0" y="4786908"/>
            <a:ext cx="9144000" cy="356592"/>
          </a:xfrm>
          <a:prstGeom prst="rect">
            <a:avLst/>
          </a:prstGeom>
          <a:solidFill>
            <a:srgbClr val="FAB753"/>
          </a:soli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766" y="4898835"/>
            <a:ext cx="132588" cy="132588"/>
          </a:xfrm>
          <a:prstGeom prst="rect">
            <a:avLst/>
          </a:prstGeom>
        </p:spPr>
      </p:pic>
      <p:sp>
        <p:nvSpPr>
          <p:cNvPr id="6" name="Text 3"/>
          <p:cNvSpPr/>
          <p:nvPr/>
        </p:nvSpPr>
        <p:spPr>
          <a:xfrm>
            <a:off x="618381" y="4879479"/>
            <a:ext cx="3635365" cy="171450"/>
          </a:xfrm>
          <a:prstGeom prst="rect">
            <a:avLst/>
          </a:prstGeom>
          <a:noFill/>
          <a:ln/>
        </p:spPr>
        <p:txBody>
          <a:bodyPr wrap="none" lIns="0" tIns="0" rIns="0" bIns="0" rtlCol="0" anchor="ctr"/>
          <a:lstStyle/>
          <a:p>
            <a:pPr marL="0" indent="0" algn="l">
              <a:lnSpc>
                <a:spcPts val="1350"/>
              </a:lnSpc>
              <a:buNone/>
            </a:pPr>
            <a:r>
              <a:rPr lang="en-US" sz="900" b="1" kern="0" spc="10" dirty="0">
                <a:solidFill>
                  <a:srgbClr val="1B5E72"/>
                </a:solidFill>
                <a:latin typeface="Calibri" pitchFamily="34" charset="0"/>
                <a:ea typeface="Calibri" pitchFamily="34" charset="-122"/>
                <a:cs typeface="Calibri" pitchFamily="34" charset="-120"/>
              </a:rPr>
              <a:t>Documentation is part of the clinical act — not the tax on it.</a:t>
            </a:r>
            <a:endParaRPr lang="en-US" sz="900" dirty="0"/>
          </a:p>
        </p:txBody>
      </p:sp>
      <p:sp>
        <p:nvSpPr>
          <p:cNvPr id="7" name="Text 4"/>
          <p:cNvSpPr/>
          <p:nvPr/>
        </p:nvSpPr>
        <p:spPr>
          <a:xfrm>
            <a:off x="400050" y="766614"/>
            <a:ext cx="3717429" cy="819504"/>
          </a:xfrm>
          <a:prstGeom prst="roundRect">
            <a:avLst>
              <a:gd name="adj" fmla="val 8678"/>
            </a:avLst>
          </a:prstGeom>
          <a:solidFill>
            <a:srgbClr val="FFF8EC"/>
          </a:solidFill>
          <a:ln/>
        </p:spPr>
        <p:txBody>
          <a:bodyPr wrap="square" lIns="128270" tIns="92710" rIns="128270" bIns="92710" rtlCol="0" anchor="t"/>
          <a:lstStyle/>
          <a:p>
            <a:pPr marL="0" indent="0" algn="l">
              <a:buNone/>
            </a:pPr>
            <a:r>
              <a:rPr lang="en-US" sz="620" b="1" kern="0" spc="50" dirty="0">
                <a:solidFill>
                  <a:srgbClr val="FAB753"/>
                </a:solidFill>
                <a:latin typeface="Calibri" pitchFamily="34" charset="0"/>
                <a:ea typeface="Calibri" pitchFamily="34" charset="-122"/>
                <a:cs typeface="Calibri" pitchFamily="34" charset="-120"/>
              </a:rPr>
              <a:t>STEP 1</a:t>
            </a:r>
            <a:endParaRPr lang="en-US" sz="620" dirty="0"/>
          </a:p>
          <a:p>
            <a:pPr marL="0" indent="0" algn="l">
              <a:buNone/>
            </a:pPr>
            <a:r>
              <a:rPr lang="en-US" sz="900" b="1" dirty="0">
                <a:solidFill>
                  <a:srgbClr val="1B5E72"/>
                </a:solidFill>
                <a:latin typeface="Calibri Light" pitchFamily="34" charset="0"/>
                <a:ea typeface="Calibri Light" pitchFamily="34" charset="-122"/>
                <a:cs typeface="Calibri Light" pitchFamily="34" charset="-120"/>
              </a:rPr>
              <a:t>7 to 10 Minutes Before Session Ends</a:t>
            </a:r>
            <a:endParaRPr lang="en-US" sz="620" dirty="0"/>
          </a:p>
          <a:p>
            <a:pPr marL="0" indent="0" algn="l">
              <a:buNone/>
            </a:pPr>
            <a:endParaRPr lang="en-US" sz="620" dirty="0"/>
          </a:p>
          <a:p>
            <a:pPr marL="0" indent="0" algn="l">
              <a:buNone/>
            </a:pPr>
            <a:r>
              <a:rPr lang="en-US" sz="790" dirty="0">
                <a:solidFill>
                  <a:srgbClr val="444444"/>
                </a:solidFill>
                <a:latin typeface="Calibri" pitchFamily="34" charset="0"/>
                <a:ea typeface="Calibri" pitchFamily="34" charset="-122"/>
                <a:cs typeface="Calibri" pitchFamily="34" charset="-120"/>
              </a:rPr>
              <a:t>Stop Eleos. Use a natural closing line. Begin transitioning the session toward closure.</a:t>
            </a:r>
            <a:endParaRPr lang="en-US" sz="620" dirty="0"/>
          </a:p>
        </p:txBody>
      </p:sp>
      <p:sp>
        <p:nvSpPr>
          <p:cNvPr id="8" name="Text 5"/>
          <p:cNvSpPr/>
          <p:nvPr/>
        </p:nvSpPr>
        <p:spPr>
          <a:xfrm>
            <a:off x="400050" y="766614"/>
            <a:ext cx="28575" cy="795635"/>
          </a:xfrm>
          <a:custGeom>
            <a:avLst/>
            <a:gdLst/>
            <a:ahLst/>
            <a:cxnLst/>
            <a:rect l="l" t="t" r="r" b="b"/>
            <a:pathLst>
              <a:path w="28575" h="795635">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781506"/>
                </a:lnTo>
                <a:lnTo>
                  <a:pt x="25003" y="778657"/>
                </a:lnTo>
                <a:lnTo>
                  <a:pt x="21431" y="775398"/>
                </a:lnTo>
                <a:lnTo>
                  <a:pt x="17859" y="771646"/>
                </a:lnTo>
                <a:lnTo>
                  <a:pt x="14288" y="767272"/>
                </a:lnTo>
                <a:lnTo>
                  <a:pt x="10716" y="762057"/>
                </a:lnTo>
                <a:lnTo>
                  <a:pt x="7144" y="755581"/>
                </a:lnTo>
                <a:lnTo>
                  <a:pt x="3572" y="746771"/>
                </a:lnTo>
                <a:lnTo>
                  <a:pt x="0" y="724515"/>
                </a:lnTo>
                <a:close/>
              </a:path>
            </a:pathLst>
          </a:custGeom>
          <a:solidFill>
            <a:srgbClr val="FAB753"/>
          </a:solidFill>
          <a:ln/>
        </p:spPr>
        <p:txBody>
          <a:bodyPr wrap="square" rtlCol="0" anchor="t"/>
          <a:lstStyle/>
          <a:p>
            <a:pPr marL="0" indent="0">
              <a:buNone/>
            </a:pPr>
            <a:endParaRPr lang="en-US" dirty="0"/>
          </a:p>
        </p:txBody>
      </p:sp>
      <p:sp>
        <p:nvSpPr>
          <p:cNvPr id="9" name="Text 6"/>
          <p:cNvSpPr/>
          <p:nvPr/>
        </p:nvSpPr>
        <p:spPr>
          <a:xfrm>
            <a:off x="4117479" y="1050455"/>
            <a:ext cx="86320" cy="13841"/>
          </a:xfrm>
          <a:prstGeom prst="rect">
            <a:avLst/>
          </a:prstGeom>
          <a:solidFill>
            <a:srgbClr val="FAB753"/>
          </a:solidFill>
          <a:ln/>
        </p:spPr>
        <p:txBody>
          <a:bodyPr wrap="none" rtlCol="0" anchor="t"/>
          <a:lstStyle/>
          <a:p>
            <a:pPr marL="0" indent="0">
              <a:buNone/>
            </a:pPr>
            <a:endParaRPr lang="en-US" dirty="0"/>
          </a:p>
        </p:txBody>
      </p:sp>
      <p:sp>
        <p:nvSpPr>
          <p:cNvPr id="11" name="Text 8"/>
          <p:cNvSpPr/>
          <p:nvPr/>
        </p:nvSpPr>
        <p:spPr>
          <a:xfrm>
            <a:off x="5026521" y="1662559"/>
            <a:ext cx="3717429" cy="969271"/>
          </a:xfrm>
          <a:prstGeom prst="roundRect">
            <a:avLst>
              <a:gd name="adj" fmla="val 7337"/>
            </a:avLst>
          </a:prstGeom>
          <a:solidFill>
            <a:srgbClr val="EAF4F4"/>
          </a:solidFill>
          <a:ln/>
        </p:spPr>
        <p:txBody>
          <a:bodyPr wrap="square" lIns="128270" tIns="92710" rIns="128270" bIns="92710" rtlCol="0" anchor="t"/>
          <a:lstStyle/>
          <a:p>
            <a:pPr marL="0" indent="0" algn="l">
              <a:buNone/>
            </a:pPr>
            <a:r>
              <a:rPr lang="en-US" sz="620" b="1" kern="0" spc="50" dirty="0">
                <a:solidFill>
                  <a:srgbClr val="55A49C"/>
                </a:solidFill>
                <a:latin typeface="Calibri" pitchFamily="34" charset="0"/>
                <a:ea typeface="Calibri" pitchFamily="34" charset="-122"/>
                <a:cs typeface="Calibri" pitchFamily="34" charset="-120"/>
              </a:rPr>
              <a:t>STEP 2</a:t>
            </a:r>
            <a:endParaRPr lang="en-US" sz="620" dirty="0"/>
          </a:p>
          <a:p>
            <a:pPr marL="0" indent="0" algn="l">
              <a:buNone/>
            </a:pPr>
            <a:r>
              <a:rPr lang="en-US" sz="900" b="1" dirty="0">
                <a:solidFill>
                  <a:srgbClr val="1B5E72"/>
                </a:solidFill>
                <a:latin typeface="Calibri Light" pitchFamily="34" charset="0"/>
                <a:ea typeface="Calibri Light" pitchFamily="34" charset="-122"/>
                <a:cs typeface="Calibri Light" pitchFamily="34" charset="-120"/>
              </a:rPr>
              <a:t>Review Eleos Outputs Together</a:t>
            </a:r>
            <a:endParaRPr lang="en-US" sz="620" dirty="0"/>
          </a:p>
          <a:p>
            <a:pPr marL="0" indent="0" algn="l">
              <a:buNone/>
            </a:pPr>
            <a:endParaRPr lang="en-US" sz="620" dirty="0"/>
          </a:p>
          <a:p>
            <a:pPr marL="0" indent="0" algn="l">
              <a:buNone/>
            </a:pPr>
            <a:r>
              <a:rPr lang="en-US" sz="790" dirty="0">
                <a:solidFill>
                  <a:srgbClr val="444444"/>
                </a:solidFill>
                <a:latin typeface="Calibri" pitchFamily="34" charset="0"/>
                <a:ea typeface="Calibri" pitchFamily="34" charset="-122"/>
                <a:cs typeface="Calibri" pitchFamily="34" charset="-120"/>
              </a:rPr>
              <a:t>Briefly review what Eleos captured — Key Moments, Interventions, Assessment, Plan language. Use this moment with the client to validate accuracy and reinforce the work.</a:t>
            </a:r>
            <a:endParaRPr lang="en-US" sz="620" dirty="0"/>
          </a:p>
        </p:txBody>
      </p:sp>
      <p:sp>
        <p:nvSpPr>
          <p:cNvPr id="12" name="Text 9"/>
          <p:cNvSpPr/>
          <p:nvPr/>
        </p:nvSpPr>
        <p:spPr>
          <a:xfrm>
            <a:off x="8715375" y="1662559"/>
            <a:ext cx="28575" cy="941040"/>
          </a:xfrm>
          <a:custGeom>
            <a:avLst/>
            <a:gdLst/>
            <a:ahLst/>
            <a:cxnLst/>
            <a:rect l="l" t="t" r="r" b="b"/>
            <a:pathLst>
              <a:path w="28575" h="941040">
                <a:moveTo>
                  <a:pt x="0" y="14129"/>
                </a:moveTo>
                <a:lnTo>
                  <a:pt x="3572" y="16979"/>
                </a:lnTo>
                <a:lnTo>
                  <a:pt x="7144" y="20237"/>
                </a:lnTo>
                <a:lnTo>
                  <a:pt x="10716" y="23989"/>
                </a:lnTo>
                <a:lnTo>
                  <a:pt x="14288" y="28363"/>
                </a:lnTo>
                <a:lnTo>
                  <a:pt x="17859" y="33579"/>
                </a:lnTo>
                <a:lnTo>
                  <a:pt x="21431" y="40054"/>
                </a:lnTo>
                <a:lnTo>
                  <a:pt x="25003" y="48865"/>
                </a:lnTo>
                <a:lnTo>
                  <a:pt x="28575" y="71120"/>
                </a:lnTo>
                <a:lnTo>
                  <a:pt x="28575" y="869920"/>
                </a:lnTo>
                <a:lnTo>
                  <a:pt x="25003" y="892176"/>
                </a:lnTo>
                <a:lnTo>
                  <a:pt x="21431" y="900986"/>
                </a:lnTo>
                <a:lnTo>
                  <a:pt x="17859" y="907462"/>
                </a:lnTo>
                <a:lnTo>
                  <a:pt x="14288" y="912677"/>
                </a:lnTo>
                <a:lnTo>
                  <a:pt x="10716" y="917052"/>
                </a:lnTo>
                <a:lnTo>
                  <a:pt x="7144" y="920803"/>
                </a:lnTo>
                <a:lnTo>
                  <a:pt x="3572" y="924062"/>
                </a:lnTo>
                <a:lnTo>
                  <a:pt x="0" y="926911"/>
                </a:lnTo>
                <a:close/>
              </a:path>
            </a:pathLst>
          </a:custGeom>
          <a:solidFill>
            <a:srgbClr val="55A49C"/>
          </a:solidFill>
          <a:ln/>
        </p:spPr>
        <p:txBody>
          <a:bodyPr wrap="square" rtlCol="0" anchor="t"/>
          <a:lstStyle/>
          <a:p>
            <a:pPr marL="0" indent="0">
              <a:buNone/>
            </a:pPr>
            <a:endParaRPr lang="en-US" dirty="0"/>
          </a:p>
        </p:txBody>
      </p:sp>
      <p:sp>
        <p:nvSpPr>
          <p:cNvPr id="13" name="Text 10"/>
          <p:cNvSpPr/>
          <p:nvPr/>
        </p:nvSpPr>
        <p:spPr>
          <a:xfrm>
            <a:off x="4930700" y="1989428"/>
            <a:ext cx="86320" cy="13841"/>
          </a:xfrm>
          <a:prstGeom prst="rect">
            <a:avLst/>
          </a:prstGeom>
          <a:solidFill>
            <a:srgbClr val="55A49C"/>
          </a:solidFill>
          <a:ln/>
        </p:spPr>
        <p:txBody>
          <a:bodyPr wrap="none" rtlCol="0" anchor="t"/>
          <a:lstStyle/>
          <a:p>
            <a:pPr marL="0" indent="0">
              <a:buNone/>
            </a:pPr>
            <a:endParaRPr lang="en-US" dirty="0"/>
          </a:p>
        </p:txBody>
      </p:sp>
      <p:sp>
        <p:nvSpPr>
          <p:cNvPr id="15" name="Text 12"/>
          <p:cNvSpPr/>
          <p:nvPr/>
        </p:nvSpPr>
        <p:spPr>
          <a:xfrm>
            <a:off x="400050" y="2303711"/>
            <a:ext cx="3717429" cy="1587252"/>
          </a:xfrm>
          <a:prstGeom prst="roundRect">
            <a:avLst>
              <a:gd name="adj" fmla="val 7337"/>
            </a:avLst>
          </a:prstGeom>
          <a:solidFill>
            <a:srgbClr val="FFF8EC"/>
          </a:solidFill>
          <a:ln/>
        </p:spPr>
        <p:txBody>
          <a:bodyPr wrap="square" lIns="128270" tIns="92710" rIns="128270" bIns="92710" rtlCol="0" anchor="t"/>
          <a:lstStyle/>
          <a:p>
            <a:pPr marL="0" indent="0" algn="l">
              <a:buNone/>
            </a:pPr>
            <a:r>
              <a:rPr lang="en-US" sz="620" b="1" kern="0" spc="50" dirty="0">
                <a:solidFill>
                  <a:srgbClr val="FAB753"/>
                </a:solidFill>
                <a:latin typeface="Calibri" pitchFamily="34" charset="0"/>
                <a:ea typeface="Calibri" pitchFamily="34" charset="-122"/>
                <a:cs typeface="Calibri" pitchFamily="34" charset="-120"/>
              </a:rPr>
              <a:t>STEP 3</a:t>
            </a:r>
            <a:endParaRPr lang="en-US" sz="620" dirty="0"/>
          </a:p>
          <a:p>
            <a:pPr marL="0" indent="0" algn="l">
              <a:buNone/>
            </a:pPr>
            <a:r>
              <a:rPr lang="en-US" sz="900" b="1" dirty="0">
                <a:solidFill>
                  <a:srgbClr val="1B5E72"/>
                </a:solidFill>
                <a:latin typeface="Calibri Light" pitchFamily="34" charset="0"/>
                <a:ea typeface="Calibri Light" pitchFamily="34" charset="-122"/>
                <a:cs typeface="Calibri Light" pitchFamily="34" charset="-120"/>
              </a:rPr>
              <a:t>Map to Your Note Template</a:t>
            </a:r>
            <a:endParaRPr lang="en-US" sz="620" dirty="0"/>
          </a:p>
          <a:p>
            <a:pPr marL="0" indent="0" algn="l">
              <a:buNone/>
            </a:pPr>
            <a:endParaRPr lang="en-US" sz="620" dirty="0"/>
          </a:p>
          <a:p>
            <a:pPr marL="0" indent="0" algn="l">
              <a:buNone/>
            </a:pPr>
            <a:r>
              <a:rPr lang="en-US" sz="790" dirty="0">
                <a:solidFill>
                  <a:srgbClr val="444444"/>
                </a:solidFill>
                <a:latin typeface="Calibri" pitchFamily="34" charset="0"/>
                <a:ea typeface="Calibri" pitchFamily="34" charset="-122"/>
                <a:cs typeface="Calibri" pitchFamily="34" charset="-120"/>
              </a:rPr>
              <a:t>Your note format: </a:t>
            </a:r>
          </a:p>
          <a:p>
            <a:pPr marL="0" indent="0" algn="l">
              <a:buNone/>
            </a:pPr>
            <a:r>
              <a:rPr lang="en-US" sz="790" dirty="0">
                <a:solidFill>
                  <a:srgbClr val="444444"/>
                </a:solidFill>
                <a:latin typeface="Calibri" pitchFamily="34" charset="0"/>
                <a:ea typeface="Calibri" pitchFamily="34" charset="-122"/>
                <a:cs typeface="Calibri" pitchFamily="34" charset="-120"/>
              </a:rPr>
              <a:t>Session Objective · </a:t>
            </a:r>
          </a:p>
          <a:p>
            <a:pPr marL="0" indent="0" algn="l">
              <a:buNone/>
            </a:pPr>
            <a:r>
              <a:rPr lang="en-US" sz="790" dirty="0">
                <a:solidFill>
                  <a:srgbClr val="444444"/>
                </a:solidFill>
                <a:latin typeface="Calibri" pitchFamily="34" charset="0"/>
                <a:ea typeface="Calibri" pitchFamily="34" charset="-122"/>
                <a:cs typeface="Calibri" pitchFamily="34" charset="-120"/>
              </a:rPr>
              <a:t>Progress · </a:t>
            </a:r>
          </a:p>
          <a:p>
            <a:pPr marL="0" indent="0" algn="l">
              <a:buNone/>
            </a:pPr>
            <a:r>
              <a:rPr lang="en-US" sz="790" dirty="0">
                <a:solidFill>
                  <a:srgbClr val="444444"/>
                </a:solidFill>
                <a:latin typeface="Calibri" pitchFamily="34" charset="0"/>
                <a:ea typeface="Calibri" pitchFamily="34" charset="-122"/>
                <a:cs typeface="Calibri" pitchFamily="34" charset="-120"/>
              </a:rPr>
              <a:t>Life Occurrences · </a:t>
            </a:r>
          </a:p>
          <a:p>
            <a:pPr marL="0" indent="0" algn="l">
              <a:buNone/>
            </a:pPr>
            <a:r>
              <a:rPr lang="en-US" sz="790" dirty="0">
                <a:solidFill>
                  <a:srgbClr val="444444"/>
                </a:solidFill>
                <a:latin typeface="Calibri" pitchFamily="34" charset="0"/>
                <a:ea typeface="Calibri" pitchFamily="34" charset="-122"/>
                <a:cs typeface="Calibri" pitchFamily="34" charset="-120"/>
              </a:rPr>
              <a:t>Intervention and Client Response · </a:t>
            </a:r>
          </a:p>
          <a:p>
            <a:pPr marL="0" indent="0" algn="l">
              <a:buNone/>
            </a:pPr>
            <a:r>
              <a:rPr lang="en-US" sz="790" dirty="0">
                <a:solidFill>
                  <a:srgbClr val="444444"/>
                </a:solidFill>
                <a:latin typeface="Calibri" pitchFamily="34" charset="0"/>
                <a:ea typeface="Calibri" pitchFamily="34" charset="-122"/>
                <a:cs typeface="Calibri" pitchFamily="34" charset="-120"/>
              </a:rPr>
              <a:t>Obstacles</a:t>
            </a:r>
          </a:p>
          <a:p>
            <a:pPr marL="0" indent="0" algn="l">
              <a:buNone/>
            </a:pPr>
            <a:r>
              <a:rPr lang="en-US" sz="790" dirty="0">
                <a:solidFill>
                  <a:srgbClr val="444444"/>
                </a:solidFill>
                <a:latin typeface="Calibri" pitchFamily="34" charset="0"/>
                <a:ea typeface="Calibri" pitchFamily="34" charset="-122"/>
                <a:cs typeface="Calibri" pitchFamily="34" charset="-120"/>
              </a:rPr>
              <a:t>Plan</a:t>
            </a:r>
          </a:p>
          <a:p>
            <a:pPr marL="0" indent="0" algn="l">
              <a:buNone/>
            </a:pPr>
            <a:r>
              <a:rPr lang="en-US" sz="790" dirty="0">
                <a:solidFill>
                  <a:srgbClr val="444444"/>
                </a:solidFill>
                <a:latin typeface="Calibri" pitchFamily="34" charset="0"/>
                <a:ea typeface="Calibri" pitchFamily="34" charset="-122"/>
                <a:cs typeface="Calibri" pitchFamily="34" charset="-120"/>
              </a:rPr>
              <a:t> Fill in what Eleos gives you. Add your clinical layer.</a:t>
            </a:r>
            <a:endParaRPr lang="en-US" sz="620" dirty="0"/>
          </a:p>
        </p:txBody>
      </p:sp>
      <p:sp>
        <p:nvSpPr>
          <p:cNvPr id="16" name="Text 13"/>
          <p:cNvSpPr/>
          <p:nvPr/>
        </p:nvSpPr>
        <p:spPr>
          <a:xfrm>
            <a:off x="400050" y="2703909"/>
            <a:ext cx="28575" cy="941040"/>
          </a:xfrm>
          <a:custGeom>
            <a:avLst/>
            <a:gdLst/>
            <a:ahLst/>
            <a:cxnLst/>
            <a:rect l="l" t="t" r="r" b="b"/>
            <a:pathLst>
              <a:path w="28575" h="941040">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926911"/>
                </a:lnTo>
                <a:lnTo>
                  <a:pt x="25003" y="924062"/>
                </a:lnTo>
                <a:lnTo>
                  <a:pt x="21431" y="920803"/>
                </a:lnTo>
                <a:lnTo>
                  <a:pt x="17859" y="917052"/>
                </a:lnTo>
                <a:lnTo>
                  <a:pt x="14288" y="912677"/>
                </a:lnTo>
                <a:lnTo>
                  <a:pt x="10716" y="907462"/>
                </a:lnTo>
                <a:lnTo>
                  <a:pt x="7144" y="900986"/>
                </a:lnTo>
                <a:lnTo>
                  <a:pt x="3572" y="892176"/>
                </a:lnTo>
                <a:lnTo>
                  <a:pt x="0" y="869920"/>
                </a:lnTo>
                <a:close/>
              </a:path>
            </a:pathLst>
          </a:custGeom>
          <a:solidFill>
            <a:srgbClr val="FAB753"/>
          </a:solidFill>
          <a:ln/>
        </p:spPr>
        <p:txBody>
          <a:bodyPr wrap="square" rtlCol="0" anchor="t"/>
          <a:lstStyle/>
          <a:p>
            <a:pPr marL="0" indent="0">
              <a:buNone/>
            </a:pPr>
            <a:endParaRPr lang="en-US" dirty="0"/>
          </a:p>
        </p:txBody>
      </p:sp>
      <p:sp>
        <p:nvSpPr>
          <p:cNvPr id="17" name="Text 14"/>
          <p:cNvSpPr/>
          <p:nvPr/>
        </p:nvSpPr>
        <p:spPr>
          <a:xfrm>
            <a:off x="4077395" y="3046047"/>
            <a:ext cx="86320" cy="13841"/>
          </a:xfrm>
          <a:prstGeom prst="rect">
            <a:avLst/>
          </a:prstGeom>
          <a:solidFill>
            <a:srgbClr val="FAB753"/>
          </a:solidFill>
          <a:ln/>
        </p:spPr>
        <p:txBody>
          <a:bodyPr wrap="none" rtlCol="0" anchor="t"/>
          <a:lstStyle/>
          <a:p>
            <a:pPr marL="0" indent="0">
              <a:buNone/>
            </a:pPr>
            <a:endParaRPr lang="en-US" dirty="0"/>
          </a:p>
        </p:txBody>
      </p:sp>
      <p:sp>
        <p:nvSpPr>
          <p:cNvPr id="19" name="Text 16"/>
          <p:cNvSpPr/>
          <p:nvPr/>
        </p:nvSpPr>
        <p:spPr>
          <a:xfrm>
            <a:off x="5026521" y="3745260"/>
            <a:ext cx="3717429" cy="819504"/>
          </a:xfrm>
          <a:prstGeom prst="roundRect">
            <a:avLst>
              <a:gd name="adj" fmla="val 8678"/>
            </a:avLst>
          </a:prstGeom>
          <a:solidFill>
            <a:srgbClr val="EAF4F4"/>
          </a:solidFill>
          <a:ln/>
        </p:spPr>
        <p:txBody>
          <a:bodyPr wrap="square" lIns="128270" tIns="92710" rIns="128270" bIns="92710" rtlCol="0" anchor="t"/>
          <a:lstStyle/>
          <a:p>
            <a:pPr marL="0" indent="0" algn="l">
              <a:buNone/>
            </a:pPr>
            <a:r>
              <a:rPr lang="en-US" sz="620" b="1" kern="0" spc="50" dirty="0">
                <a:solidFill>
                  <a:srgbClr val="55A49C"/>
                </a:solidFill>
                <a:latin typeface="Calibri" pitchFamily="34" charset="0"/>
                <a:ea typeface="Calibri" pitchFamily="34" charset="-122"/>
                <a:cs typeface="Calibri" pitchFamily="34" charset="-120"/>
              </a:rPr>
              <a:t>STEP 4</a:t>
            </a:r>
            <a:endParaRPr lang="en-US" sz="620" dirty="0"/>
          </a:p>
          <a:p>
            <a:pPr marL="0" indent="0" algn="l">
              <a:buNone/>
            </a:pPr>
            <a:r>
              <a:rPr lang="en-US" sz="900" b="1" dirty="0">
                <a:solidFill>
                  <a:srgbClr val="1B5E72"/>
                </a:solidFill>
                <a:latin typeface="Calibri Light" pitchFamily="34" charset="0"/>
                <a:ea typeface="Calibri Light" pitchFamily="34" charset="-122"/>
                <a:cs typeface="Calibri Light" pitchFamily="34" charset="-120"/>
              </a:rPr>
              <a:t>Complete Before Client Leaves</a:t>
            </a:r>
            <a:endParaRPr lang="en-US" sz="620" dirty="0"/>
          </a:p>
          <a:p>
            <a:pPr marL="0" indent="0" algn="l">
              <a:buNone/>
            </a:pPr>
            <a:endParaRPr lang="en-US" sz="620" dirty="0"/>
          </a:p>
          <a:p>
            <a:pPr marL="0" indent="0" algn="l">
              <a:buNone/>
            </a:pPr>
            <a:r>
              <a:rPr lang="en-US" sz="790" dirty="0">
                <a:solidFill>
                  <a:srgbClr val="444444"/>
                </a:solidFill>
                <a:latin typeface="Calibri" pitchFamily="34" charset="0"/>
                <a:ea typeface="Calibri" pitchFamily="34" charset="-122"/>
                <a:cs typeface="Calibri" pitchFamily="34" charset="-120"/>
              </a:rPr>
              <a:t>The goal is 90–100% of the note done in session. What remains is a final clinical read — not a writing task you carry home.</a:t>
            </a:r>
            <a:endParaRPr lang="en-US" sz="620" dirty="0"/>
          </a:p>
        </p:txBody>
      </p:sp>
      <p:sp>
        <p:nvSpPr>
          <p:cNvPr id="20" name="Text 17"/>
          <p:cNvSpPr/>
          <p:nvPr/>
        </p:nvSpPr>
        <p:spPr>
          <a:xfrm>
            <a:off x="8715375" y="3745260"/>
            <a:ext cx="28575" cy="795635"/>
          </a:xfrm>
          <a:custGeom>
            <a:avLst/>
            <a:gdLst/>
            <a:ahLst/>
            <a:cxnLst/>
            <a:rect l="l" t="t" r="r" b="b"/>
            <a:pathLst>
              <a:path w="28575" h="795635">
                <a:moveTo>
                  <a:pt x="0" y="14129"/>
                </a:moveTo>
                <a:lnTo>
                  <a:pt x="3572" y="16979"/>
                </a:lnTo>
                <a:lnTo>
                  <a:pt x="7144" y="20237"/>
                </a:lnTo>
                <a:lnTo>
                  <a:pt x="10716" y="23989"/>
                </a:lnTo>
                <a:lnTo>
                  <a:pt x="14288" y="28363"/>
                </a:lnTo>
                <a:lnTo>
                  <a:pt x="17859" y="33579"/>
                </a:lnTo>
                <a:lnTo>
                  <a:pt x="21431" y="40054"/>
                </a:lnTo>
                <a:lnTo>
                  <a:pt x="25003" y="48865"/>
                </a:lnTo>
                <a:lnTo>
                  <a:pt x="28575" y="71120"/>
                </a:lnTo>
                <a:lnTo>
                  <a:pt x="28575" y="724515"/>
                </a:lnTo>
                <a:lnTo>
                  <a:pt x="25003" y="746771"/>
                </a:lnTo>
                <a:lnTo>
                  <a:pt x="21431" y="755581"/>
                </a:lnTo>
                <a:lnTo>
                  <a:pt x="17859" y="762057"/>
                </a:lnTo>
                <a:lnTo>
                  <a:pt x="14288" y="767272"/>
                </a:lnTo>
                <a:lnTo>
                  <a:pt x="10716" y="771646"/>
                </a:lnTo>
                <a:lnTo>
                  <a:pt x="7144" y="775398"/>
                </a:lnTo>
                <a:lnTo>
                  <a:pt x="3572" y="778657"/>
                </a:lnTo>
                <a:lnTo>
                  <a:pt x="0" y="781506"/>
                </a:lnTo>
                <a:close/>
              </a:path>
            </a:pathLst>
          </a:custGeom>
          <a:solidFill>
            <a:srgbClr val="55A49C"/>
          </a:solidFill>
          <a:ln/>
        </p:spPr>
        <p:txBody>
          <a:bodyPr wrap="square" rtlCol="0" anchor="t"/>
          <a:lstStyle/>
          <a:p>
            <a:pPr marL="0" indent="0">
              <a:buNone/>
            </a:pPr>
            <a:endParaRPr lang="en-US" dirty="0"/>
          </a:p>
        </p:txBody>
      </p:sp>
      <p:sp>
        <p:nvSpPr>
          <p:cNvPr id="21" name="Text 18"/>
          <p:cNvSpPr/>
          <p:nvPr/>
        </p:nvSpPr>
        <p:spPr>
          <a:xfrm>
            <a:off x="4930700" y="4103482"/>
            <a:ext cx="86320" cy="13841"/>
          </a:xfrm>
          <a:prstGeom prst="rect">
            <a:avLst/>
          </a:prstGeom>
          <a:solidFill>
            <a:srgbClr val="55A49C"/>
          </a:solidFill>
          <a:ln/>
        </p:spPr>
        <p:txBody>
          <a:bodyPr wrap="none" rtlCol="0" anchor="t"/>
          <a:lstStyle/>
          <a:p>
            <a:pPr marL="0" indent="0">
              <a:buNone/>
            </a:pPr>
            <a:endParaRPr lang="en-US" dirty="0"/>
          </a:p>
        </p:txBody>
      </p:sp>
      <p:sp>
        <p:nvSpPr>
          <p:cNvPr id="23" name="Text 20"/>
          <p:cNvSpPr/>
          <p:nvPr/>
        </p:nvSpPr>
        <p:spPr>
          <a:xfrm>
            <a:off x="4432399" y="837605"/>
            <a:ext cx="285750" cy="314325"/>
          </a:xfrm>
          <a:prstGeom prst="ellipse">
            <a:avLst/>
          </a:prstGeom>
          <a:solidFill>
            <a:srgbClr val="FAB753"/>
          </a:solidFill>
          <a:ln/>
          <a:effectLst>
            <a:outerShdw blurRad="57150" dist="13970" dir="5400000" algn="bl" rotWithShape="0">
              <a:srgbClr val="000000">
                <a:alpha val="15000"/>
              </a:srgbClr>
            </a:outerShdw>
          </a:effectLst>
        </p:spPr>
        <p:txBody>
          <a:bodyPr wrap="non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21"/>
          <p:cNvSpPr/>
          <p:nvPr/>
        </p:nvSpPr>
        <p:spPr>
          <a:xfrm>
            <a:off x="4425851" y="1857569"/>
            <a:ext cx="285750" cy="314325"/>
          </a:xfrm>
          <a:prstGeom prst="ellipse">
            <a:avLst/>
          </a:prstGeom>
          <a:solidFill>
            <a:srgbClr val="55A49C"/>
          </a:solidFill>
          <a:ln/>
          <a:effectLst>
            <a:outerShdw blurRad="57150" dist="13970" dir="5400000" algn="bl" rotWithShape="0">
              <a:srgbClr val="000000">
                <a:alpha val="15000"/>
              </a:srgbClr>
            </a:outerShdw>
          </a:effectLst>
        </p:spPr>
        <p:txBody>
          <a:bodyPr wrap="non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22"/>
          <p:cNvSpPr/>
          <p:nvPr/>
        </p:nvSpPr>
        <p:spPr>
          <a:xfrm>
            <a:off x="4432399" y="2923601"/>
            <a:ext cx="285750" cy="314325"/>
          </a:xfrm>
          <a:prstGeom prst="ellipse">
            <a:avLst/>
          </a:prstGeom>
          <a:solidFill>
            <a:srgbClr val="FAB753"/>
          </a:solidFill>
          <a:ln/>
          <a:effectLst>
            <a:outerShdw blurRad="57150" dist="13970" dir="5400000" algn="bl" rotWithShape="0">
              <a:srgbClr val="000000">
                <a:alpha val="15000"/>
              </a:srgbClr>
            </a:outerShdw>
          </a:effectLst>
        </p:spPr>
        <p:txBody>
          <a:bodyPr wrap="non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23"/>
          <p:cNvSpPr/>
          <p:nvPr/>
        </p:nvSpPr>
        <p:spPr>
          <a:xfrm>
            <a:off x="4415757" y="3946320"/>
            <a:ext cx="285750" cy="314325"/>
          </a:xfrm>
          <a:prstGeom prst="ellipse">
            <a:avLst/>
          </a:prstGeom>
          <a:solidFill>
            <a:srgbClr val="55A49C"/>
          </a:solidFill>
          <a:ln/>
          <a:effectLst>
            <a:outerShdw blurRad="57150" dist="13970" dir="5400000" algn="bl" rotWithShape="0">
              <a:srgbClr val="000000">
                <a:alpha val="15000"/>
              </a:srgbClr>
            </a:outerShdw>
          </a:effectLst>
        </p:spPr>
        <p:txBody>
          <a:bodyPr wrap="non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20452"/>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00310"/>
            <a:ext cx="9304020" cy="180975"/>
          </a:xfrm>
          <a:prstGeom prst="rect">
            <a:avLst/>
          </a:prstGeom>
          <a:noFill/>
          <a:ln/>
        </p:spPr>
        <p:txBody>
          <a:bodyPr wrap="none" lIns="0" tIns="0" rIns="0" bIns="0" rtlCol="0" anchor="t"/>
          <a:lstStyle/>
          <a:p>
            <a:pPr marL="0" indent="0" algn="l">
              <a:lnSpc>
                <a:spcPts val="1426"/>
              </a:lnSpc>
              <a:buNone/>
            </a:pPr>
            <a:r>
              <a:rPr lang="en-US" sz="1240" b="1" kern="0" spc="12" dirty="0">
                <a:solidFill>
                  <a:srgbClr val="FFFFFF"/>
                </a:solidFill>
                <a:latin typeface="Calibri" pitchFamily="34" charset="0"/>
                <a:ea typeface="Calibri" pitchFamily="34" charset="-122"/>
                <a:cs typeface="Calibri" pitchFamily="34" charset="-120"/>
              </a:rPr>
              <a:t>When Things Do Not Go as Planned</a:t>
            </a:r>
            <a:endParaRPr lang="en-US" sz="1240" dirty="0"/>
          </a:p>
        </p:txBody>
      </p:sp>
      <p:sp>
        <p:nvSpPr>
          <p:cNvPr id="4" name="Text 2"/>
          <p:cNvSpPr/>
          <p:nvPr/>
        </p:nvSpPr>
        <p:spPr>
          <a:xfrm>
            <a:off x="342900" y="295126"/>
            <a:ext cx="9304020" cy="139005"/>
          </a:xfrm>
          <a:prstGeom prst="rect">
            <a:avLst/>
          </a:prstGeom>
          <a:noFill/>
          <a:ln/>
        </p:spPr>
        <p:txBody>
          <a:bodyPr wrap="none" lIns="0" tIns="0" rIns="0" bIns="0" rtlCol="0" anchor="t"/>
          <a:lstStyle/>
          <a:p>
            <a:pPr marL="0" indent="0" algn="l">
              <a:lnSpc>
                <a:spcPts val="1095"/>
              </a:lnSpc>
              <a:buNone/>
            </a:pPr>
            <a:r>
              <a:rPr lang="en-US" sz="730" kern="0" spc="29" dirty="0">
                <a:solidFill>
                  <a:srgbClr val="FFFFFF">
                    <a:alpha val="72000"/>
                  </a:srgbClr>
                </a:solidFill>
                <a:latin typeface="Calibri Light" pitchFamily="34" charset="0"/>
                <a:ea typeface="Calibri Light" pitchFamily="34" charset="-122"/>
                <a:cs typeface="Calibri Light" pitchFamily="34" charset="-120"/>
              </a:rPr>
              <a:t>TROUBLESHOOTING — ELEOS</a:t>
            </a:r>
            <a:endParaRPr lang="en-US" sz="730" dirty="0"/>
          </a:p>
        </p:txBody>
      </p:sp>
      <p:sp>
        <p:nvSpPr>
          <p:cNvPr id="5" name="Text 3"/>
          <p:cNvSpPr/>
          <p:nvPr/>
        </p:nvSpPr>
        <p:spPr>
          <a:xfrm>
            <a:off x="314920" y="620762"/>
            <a:ext cx="2790676"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6" name="Text 4"/>
          <p:cNvSpPr/>
          <p:nvPr/>
        </p:nvSpPr>
        <p:spPr>
          <a:xfrm>
            <a:off x="314920" y="620762"/>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7" name="Text 5"/>
          <p:cNvSpPr/>
          <p:nvPr/>
        </p:nvSpPr>
        <p:spPr>
          <a:xfrm>
            <a:off x="448270" y="720923"/>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3122" y="775776"/>
            <a:ext cx="132588" cy="132588"/>
          </a:xfrm>
          <a:prstGeom prst="rect">
            <a:avLst/>
          </a:prstGeom>
        </p:spPr>
      </p:pic>
      <p:sp>
        <p:nvSpPr>
          <p:cNvPr id="9" name="Text 6"/>
          <p:cNvSpPr/>
          <p:nvPr/>
        </p:nvSpPr>
        <p:spPr>
          <a:xfrm>
            <a:off x="783282" y="713333"/>
            <a:ext cx="2428815"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Eleos Is Not Capturing Audio</a:t>
            </a:r>
            <a:endParaRPr lang="en-US" sz="760" dirty="0"/>
          </a:p>
        </p:txBody>
      </p:sp>
      <p:sp>
        <p:nvSpPr>
          <p:cNvPr id="10" name="Text 7"/>
          <p:cNvSpPr/>
          <p:nvPr/>
        </p:nvSpPr>
        <p:spPr>
          <a:xfrm>
            <a:off x="783282" y="858292"/>
            <a:ext cx="2252174"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Check that your microphone is enabled in your device settings. Close and reopen the Eleos app. Confirm no other app is using the microphone.</a:t>
            </a:r>
            <a:endParaRPr lang="en-US" sz="680" dirty="0"/>
          </a:p>
        </p:txBody>
      </p:sp>
      <p:sp>
        <p:nvSpPr>
          <p:cNvPr id="11" name="Text 8"/>
          <p:cNvSpPr/>
          <p:nvPr/>
        </p:nvSpPr>
        <p:spPr>
          <a:xfrm>
            <a:off x="3176588" y="620762"/>
            <a:ext cx="2790676"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12" name="Text 9"/>
          <p:cNvSpPr/>
          <p:nvPr/>
        </p:nvSpPr>
        <p:spPr>
          <a:xfrm>
            <a:off x="3176588" y="620762"/>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13" name="Text 10"/>
          <p:cNvSpPr/>
          <p:nvPr/>
        </p:nvSpPr>
        <p:spPr>
          <a:xfrm>
            <a:off x="3309938" y="720923"/>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64790" y="775776"/>
            <a:ext cx="132588" cy="132588"/>
          </a:xfrm>
          <a:prstGeom prst="rect">
            <a:avLst/>
          </a:prstGeom>
        </p:spPr>
      </p:pic>
      <p:sp>
        <p:nvSpPr>
          <p:cNvPr id="15" name="Text 11"/>
          <p:cNvSpPr/>
          <p:nvPr/>
        </p:nvSpPr>
        <p:spPr>
          <a:xfrm>
            <a:off x="3644950" y="713333"/>
            <a:ext cx="2428815"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App Froze or Crashed</a:t>
            </a:r>
            <a:endParaRPr lang="en-US" sz="760" dirty="0"/>
          </a:p>
        </p:txBody>
      </p:sp>
      <p:sp>
        <p:nvSpPr>
          <p:cNvPr id="16" name="Text 12"/>
          <p:cNvSpPr/>
          <p:nvPr/>
        </p:nvSpPr>
        <p:spPr>
          <a:xfrm>
            <a:off x="3644950" y="858292"/>
            <a:ext cx="2252174"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Close the app completely and reopen it. If a session was in progress, Eleos may have saved a partial capture — check before starting over.</a:t>
            </a:r>
            <a:endParaRPr lang="en-US" sz="680" dirty="0"/>
          </a:p>
        </p:txBody>
      </p:sp>
      <p:sp>
        <p:nvSpPr>
          <p:cNvPr id="17" name="Text 13"/>
          <p:cNvSpPr/>
          <p:nvPr/>
        </p:nvSpPr>
        <p:spPr>
          <a:xfrm>
            <a:off x="6038255" y="620762"/>
            <a:ext cx="2790825"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18" name="Text 14"/>
          <p:cNvSpPr/>
          <p:nvPr/>
        </p:nvSpPr>
        <p:spPr>
          <a:xfrm>
            <a:off x="6038255" y="620762"/>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19" name="Text 15"/>
          <p:cNvSpPr/>
          <p:nvPr/>
        </p:nvSpPr>
        <p:spPr>
          <a:xfrm>
            <a:off x="6171605" y="720923"/>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6457" y="775776"/>
            <a:ext cx="132588" cy="132588"/>
          </a:xfrm>
          <a:prstGeom prst="rect">
            <a:avLst/>
          </a:prstGeom>
        </p:spPr>
      </p:pic>
      <p:sp>
        <p:nvSpPr>
          <p:cNvPr id="21" name="Text 16"/>
          <p:cNvSpPr/>
          <p:nvPr/>
        </p:nvSpPr>
        <p:spPr>
          <a:xfrm>
            <a:off x="6506617" y="713333"/>
            <a:ext cx="2428979"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Login Is Not Working</a:t>
            </a:r>
            <a:endParaRPr lang="en-US" sz="760" dirty="0"/>
          </a:p>
        </p:txBody>
      </p:sp>
      <p:sp>
        <p:nvSpPr>
          <p:cNvPr id="22" name="Text 17"/>
          <p:cNvSpPr/>
          <p:nvPr/>
        </p:nvSpPr>
        <p:spPr>
          <a:xfrm>
            <a:off x="6506617" y="858292"/>
            <a:ext cx="2252326"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Confirm you are using your Centerstone credentials. Check your internet or Wi-Fi connection. Try closing Avatar and Eleos, then reopening both.</a:t>
            </a:r>
            <a:endParaRPr lang="en-US" sz="680" dirty="0"/>
          </a:p>
        </p:txBody>
      </p:sp>
      <p:sp>
        <p:nvSpPr>
          <p:cNvPr id="23" name="Text 18"/>
          <p:cNvSpPr/>
          <p:nvPr/>
        </p:nvSpPr>
        <p:spPr>
          <a:xfrm>
            <a:off x="314920" y="1397347"/>
            <a:ext cx="2790676"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24" name="Text 19"/>
          <p:cNvSpPr/>
          <p:nvPr/>
        </p:nvSpPr>
        <p:spPr>
          <a:xfrm>
            <a:off x="314920" y="1397347"/>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25" name="Text 20"/>
          <p:cNvSpPr/>
          <p:nvPr/>
        </p:nvSpPr>
        <p:spPr>
          <a:xfrm>
            <a:off x="448270" y="1497509"/>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3122" y="1552361"/>
            <a:ext cx="132588" cy="132588"/>
          </a:xfrm>
          <a:prstGeom prst="rect">
            <a:avLst/>
          </a:prstGeom>
        </p:spPr>
      </p:pic>
      <p:sp>
        <p:nvSpPr>
          <p:cNvPr id="27" name="Text 21"/>
          <p:cNvSpPr/>
          <p:nvPr/>
        </p:nvSpPr>
        <p:spPr>
          <a:xfrm>
            <a:off x="783282" y="1489918"/>
            <a:ext cx="2428815"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Note Output Is Incomplete or Missing</a:t>
            </a:r>
            <a:endParaRPr lang="en-US" sz="760" dirty="0"/>
          </a:p>
        </p:txBody>
      </p:sp>
      <p:sp>
        <p:nvSpPr>
          <p:cNvPr id="28" name="Text 22"/>
          <p:cNvSpPr/>
          <p:nvPr/>
        </p:nvSpPr>
        <p:spPr>
          <a:xfrm>
            <a:off x="783282" y="1634877"/>
            <a:ext cx="2252174"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Confirm the session was stopped — not just paused. If the capture was very short, output may be limited. Check the Eleos session log for what was recorded.</a:t>
            </a:r>
            <a:endParaRPr lang="en-US" sz="680" dirty="0"/>
          </a:p>
        </p:txBody>
      </p:sp>
      <p:sp>
        <p:nvSpPr>
          <p:cNvPr id="29" name="Text 23"/>
          <p:cNvSpPr/>
          <p:nvPr/>
        </p:nvSpPr>
        <p:spPr>
          <a:xfrm>
            <a:off x="3176588" y="1397347"/>
            <a:ext cx="2790676"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30" name="Text 24"/>
          <p:cNvSpPr/>
          <p:nvPr/>
        </p:nvSpPr>
        <p:spPr>
          <a:xfrm>
            <a:off x="3176588" y="1397347"/>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31" name="Text 25"/>
          <p:cNvSpPr/>
          <p:nvPr/>
        </p:nvSpPr>
        <p:spPr>
          <a:xfrm>
            <a:off x="3309938" y="1497509"/>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64790" y="1552361"/>
            <a:ext cx="132588" cy="132588"/>
          </a:xfrm>
          <a:prstGeom prst="rect">
            <a:avLst/>
          </a:prstGeom>
        </p:spPr>
      </p:pic>
      <p:sp>
        <p:nvSpPr>
          <p:cNvPr id="33" name="Text 26"/>
          <p:cNvSpPr/>
          <p:nvPr/>
        </p:nvSpPr>
        <p:spPr>
          <a:xfrm>
            <a:off x="3644950" y="1489918"/>
            <a:ext cx="2428815"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Mobile App Not Functioning</a:t>
            </a:r>
            <a:endParaRPr lang="en-US" sz="760" dirty="0"/>
          </a:p>
        </p:txBody>
      </p:sp>
      <p:sp>
        <p:nvSpPr>
          <p:cNvPr id="34" name="Text 27"/>
          <p:cNvSpPr/>
          <p:nvPr/>
        </p:nvSpPr>
        <p:spPr>
          <a:xfrm>
            <a:off x="3644950" y="1634877"/>
            <a:ext cx="2252174"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Confirm InTune Company Portal setup is complete. Re-install the app if needed. Check that Centerstone credentials are linked to your mobile profile.</a:t>
            </a:r>
            <a:endParaRPr lang="en-US" sz="680" dirty="0"/>
          </a:p>
        </p:txBody>
      </p:sp>
      <p:sp>
        <p:nvSpPr>
          <p:cNvPr id="35" name="Text 28"/>
          <p:cNvSpPr/>
          <p:nvPr/>
        </p:nvSpPr>
        <p:spPr>
          <a:xfrm>
            <a:off x="6038255" y="1397347"/>
            <a:ext cx="2790825" cy="705594"/>
          </a:xfrm>
          <a:prstGeom prst="roundRect">
            <a:avLst>
              <a:gd name="adj" fmla="val 8100"/>
            </a:avLst>
          </a:prstGeom>
          <a:solidFill>
            <a:srgbClr val="EAF4F4"/>
          </a:solidFill>
          <a:ln/>
        </p:spPr>
        <p:txBody>
          <a:bodyPr wrap="square" rtlCol="0" anchor="t"/>
          <a:lstStyle/>
          <a:p>
            <a:pPr marL="0" indent="0">
              <a:buNone/>
            </a:pPr>
            <a:endParaRPr lang="en-US" dirty="0"/>
          </a:p>
        </p:txBody>
      </p:sp>
      <p:sp>
        <p:nvSpPr>
          <p:cNvPr id="36" name="Text 29"/>
          <p:cNvSpPr/>
          <p:nvPr/>
        </p:nvSpPr>
        <p:spPr>
          <a:xfrm>
            <a:off x="6038255" y="1397347"/>
            <a:ext cx="19050" cy="705594"/>
          </a:xfrm>
          <a:custGeom>
            <a:avLst/>
            <a:gdLst/>
            <a:ahLst/>
            <a:cxnLst/>
            <a:rect l="l" t="t" r="r" b="b"/>
            <a:pathLst>
              <a:path w="19050" h="705594">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691041"/>
                </a:lnTo>
                <a:lnTo>
                  <a:pt x="16669" y="688785"/>
                </a:lnTo>
                <a:lnTo>
                  <a:pt x="14288" y="686245"/>
                </a:lnTo>
                <a:lnTo>
                  <a:pt x="11906" y="683360"/>
                </a:lnTo>
                <a:lnTo>
                  <a:pt x="9525" y="680035"/>
                </a:lnTo>
                <a:lnTo>
                  <a:pt x="7144" y="676112"/>
                </a:lnTo>
                <a:lnTo>
                  <a:pt x="4763" y="671284"/>
                </a:lnTo>
                <a:lnTo>
                  <a:pt x="2381" y="664769"/>
                </a:lnTo>
                <a:lnTo>
                  <a:pt x="0" y="648444"/>
                </a:lnTo>
                <a:close/>
              </a:path>
            </a:pathLst>
          </a:custGeom>
          <a:solidFill>
            <a:srgbClr val="FAB753"/>
          </a:solidFill>
          <a:ln/>
        </p:spPr>
        <p:txBody>
          <a:bodyPr wrap="square" rtlCol="0" anchor="t"/>
          <a:lstStyle/>
          <a:p>
            <a:pPr marL="0" indent="0">
              <a:buNone/>
            </a:pPr>
            <a:endParaRPr lang="en-US" dirty="0"/>
          </a:p>
        </p:txBody>
      </p:sp>
      <p:sp>
        <p:nvSpPr>
          <p:cNvPr id="37" name="Text 30"/>
          <p:cNvSpPr/>
          <p:nvPr/>
        </p:nvSpPr>
        <p:spPr>
          <a:xfrm>
            <a:off x="6171605" y="1497509"/>
            <a:ext cx="242441" cy="242441"/>
          </a:xfrm>
          <a:prstGeom prst="roundRect">
            <a:avLst>
              <a:gd name="adj" fmla="val 20430"/>
            </a:avLst>
          </a:prstGeom>
          <a:solidFill>
            <a:srgbClr val="1B5E72"/>
          </a:solidFill>
          <a:ln/>
        </p:spPr>
        <p:txBody>
          <a:bodyPr wrap="none" rtlCol="0" anchor="t"/>
          <a:lstStyle/>
          <a:p>
            <a:pPr marL="0" indent="0">
              <a:buNone/>
            </a:pPr>
            <a:endParaRPr lang="en-US" dirty="0"/>
          </a:p>
        </p:txBody>
      </p:sp>
      <p:pic>
        <p:nvPicPr>
          <p:cNvPr id="3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26457" y="1552361"/>
            <a:ext cx="132588" cy="132588"/>
          </a:xfrm>
          <a:prstGeom prst="rect">
            <a:avLst/>
          </a:prstGeom>
        </p:spPr>
      </p:pic>
      <p:sp>
        <p:nvSpPr>
          <p:cNvPr id="39" name="Text 31"/>
          <p:cNvSpPr/>
          <p:nvPr/>
        </p:nvSpPr>
        <p:spPr>
          <a:xfrm>
            <a:off x="6506617" y="1489918"/>
            <a:ext cx="2428979" cy="115788"/>
          </a:xfrm>
          <a:prstGeom prst="rect">
            <a:avLst/>
          </a:prstGeom>
          <a:noFill/>
          <a:ln/>
        </p:spPr>
        <p:txBody>
          <a:bodyPr wrap="none" lIns="0" tIns="0" rIns="0" bIns="0" rtlCol="0" anchor="t"/>
          <a:lstStyle/>
          <a:p>
            <a:pPr marL="0" indent="0" algn="l">
              <a:lnSpc>
                <a:spcPts val="912"/>
              </a:lnSpc>
              <a:buNone/>
            </a:pPr>
            <a:r>
              <a:rPr lang="en-US" sz="760" b="1" dirty="0">
                <a:solidFill>
                  <a:srgbClr val="1B5E72"/>
                </a:solidFill>
                <a:latin typeface="Calibri" pitchFamily="34" charset="0"/>
                <a:ea typeface="Calibri" pitchFamily="34" charset="-122"/>
                <a:cs typeface="Calibri" pitchFamily="34" charset="-120"/>
              </a:rPr>
              <a:t>Still Having Issues?</a:t>
            </a:r>
            <a:endParaRPr lang="en-US" sz="760" dirty="0"/>
          </a:p>
        </p:txBody>
      </p:sp>
      <p:sp>
        <p:nvSpPr>
          <p:cNvPr id="40" name="Text 32"/>
          <p:cNvSpPr/>
          <p:nvPr/>
        </p:nvSpPr>
        <p:spPr>
          <a:xfrm>
            <a:off x="6506617" y="1634877"/>
            <a:ext cx="2252326" cy="394268"/>
          </a:xfrm>
          <a:prstGeom prst="rect">
            <a:avLst/>
          </a:prstGeom>
          <a:noFill/>
          <a:ln/>
        </p:spPr>
        <p:txBody>
          <a:bodyPr wrap="square" lIns="0" tIns="0" rIns="0" bIns="0" rtlCol="0" anchor="t"/>
          <a:lstStyle/>
          <a:p>
            <a:pPr marL="0" indent="0" algn="l">
              <a:lnSpc>
                <a:spcPts val="986"/>
              </a:lnSpc>
              <a:buNone/>
            </a:pPr>
            <a:r>
              <a:rPr lang="en-US" sz="680" dirty="0">
                <a:solidFill>
                  <a:srgbClr val="3A3A3A"/>
                </a:solidFill>
                <a:latin typeface="Calibri" pitchFamily="34" charset="0"/>
                <a:ea typeface="Calibri" pitchFamily="34" charset="-122"/>
                <a:cs typeface="Calibri" pitchFamily="34" charset="-120"/>
              </a:rPr>
              <a:t>Talk it through with your team lead first. If the issue is technical and unresolved, contact Eleos support — at the end of your day, never in the middle of a session.</a:t>
            </a:r>
            <a:endParaRPr lang="en-US" sz="680" dirty="0"/>
          </a:p>
        </p:txBody>
      </p:sp>
      <p:sp>
        <p:nvSpPr>
          <p:cNvPr id="41" name="Text 33"/>
          <p:cNvSpPr/>
          <p:nvPr/>
        </p:nvSpPr>
        <p:spPr>
          <a:xfrm>
            <a:off x="314920" y="2173932"/>
            <a:ext cx="8514159" cy="462558"/>
          </a:xfrm>
          <a:prstGeom prst="roundRect">
            <a:avLst>
              <a:gd name="adj" fmla="val 12355"/>
            </a:avLst>
          </a:prstGeom>
          <a:solidFill>
            <a:srgbClr val="EAF4F4"/>
          </a:solidFill>
          <a:ln w="9525">
            <a:solidFill>
              <a:srgbClr val="55A49C"/>
            </a:solidFill>
          </a:ln>
        </p:spPr>
        <p:txBody>
          <a:bodyPr wrap="square" rtlCol="0" anchor="t"/>
          <a:lstStyle/>
          <a:p>
            <a:pPr marL="0" indent="0">
              <a:buNone/>
            </a:pPr>
            <a:endParaRPr lang="en-US" dirty="0"/>
          </a:p>
        </p:txBody>
      </p:sp>
      <p:sp>
        <p:nvSpPr>
          <p:cNvPr id="42" name="Text 34"/>
          <p:cNvSpPr/>
          <p:nvPr/>
        </p:nvSpPr>
        <p:spPr>
          <a:xfrm>
            <a:off x="2552864" y="2254448"/>
            <a:ext cx="4161205" cy="150465"/>
          </a:xfrm>
          <a:prstGeom prst="rect">
            <a:avLst/>
          </a:prstGeom>
          <a:noFill/>
          <a:ln/>
        </p:spPr>
        <p:txBody>
          <a:bodyPr wrap="none" lIns="0" tIns="0" rIns="0" bIns="0" rtlCol="0" anchor="ctr"/>
          <a:lstStyle/>
          <a:p>
            <a:pPr marL="0" indent="0" algn="ctr">
              <a:lnSpc>
                <a:spcPts val="1185"/>
              </a:lnSpc>
              <a:buNone/>
            </a:pPr>
            <a:r>
              <a:rPr lang="en-US" sz="790" b="1" kern="0" spc="8" dirty="0">
                <a:solidFill>
                  <a:srgbClr val="2C2C2C"/>
                </a:solidFill>
                <a:latin typeface="Calibri" pitchFamily="34" charset="0"/>
                <a:ea typeface="Calibri" pitchFamily="34" charset="-122"/>
                <a:cs typeface="Calibri" pitchFamily="34" charset="-120"/>
              </a:rPr>
              <a:t>Do not troubleshoot during a session. Finish with your client. Address it after.</a:t>
            </a:r>
            <a:endParaRPr lang="en-US" sz="790" dirty="0"/>
          </a:p>
        </p:txBody>
      </p:sp>
      <p:pic>
        <p:nvPicPr>
          <p:cNvPr id="4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92595" y="2274549"/>
            <a:ext cx="132588" cy="132588"/>
          </a:xfrm>
          <a:prstGeom prst="rect">
            <a:avLst/>
          </a:prstGeom>
        </p:spPr>
      </p:pic>
      <p:sp>
        <p:nvSpPr>
          <p:cNvPr id="44" name="Text 35"/>
          <p:cNvSpPr/>
          <p:nvPr/>
        </p:nvSpPr>
        <p:spPr>
          <a:xfrm>
            <a:off x="2439501" y="2426494"/>
            <a:ext cx="4264997" cy="129480"/>
          </a:xfrm>
          <a:prstGeom prst="rect">
            <a:avLst/>
          </a:prstGeom>
          <a:noFill/>
          <a:ln/>
        </p:spPr>
        <p:txBody>
          <a:bodyPr wrap="none" lIns="0" tIns="0" rIns="0" bIns="0" rtlCol="0" anchor="t"/>
          <a:lstStyle/>
          <a:p>
            <a:pPr marL="0" indent="0" algn="ctr">
              <a:lnSpc>
                <a:spcPts val="1020"/>
              </a:lnSpc>
              <a:buNone/>
            </a:pPr>
            <a:r>
              <a:rPr lang="en-US" sz="680" i="1" dirty="0">
                <a:solidFill>
                  <a:srgbClr val="55A49C"/>
                </a:solidFill>
                <a:latin typeface="Calibri Light" pitchFamily="34" charset="0"/>
                <a:ea typeface="Calibri Light" pitchFamily="34" charset="-122"/>
                <a:cs typeface="Calibri Light" pitchFamily="34" charset="-120"/>
              </a:rPr>
              <a:t>Eleos Support is available for technical issues your team lead cannot resolve. Reach out at day's end.</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326880" cy="534442"/>
          </a:xfrm>
          <a:prstGeom prst="rect">
            <a:avLst/>
          </a:prstGeom>
          <a:solidFill>
            <a:srgbClr val="1B5E72"/>
          </a:solidFill>
          <a:ln/>
        </p:spPr>
        <p:txBody>
          <a:bodyPr wrap="none" lIns="342900" tIns="128270" rIns="342900" bIns="128270" rtlCol="0" anchor="t"/>
          <a:lstStyle/>
          <a:p>
            <a:pPr marL="0" indent="0" algn="l">
              <a:buNone/>
            </a:pPr>
            <a:r>
              <a:rPr lang="en-US" sz="1460" b="1" kern="0" spc="15" dirty="0">
                <a:solidFill>
                  <a:srgbClr val="FFFFFF"/>
                </a:solidFill>
                <a:latin typeface="Calibri Light" pitchFamily="34" charset="0"/>
                <a:ea typeface="Calibri Light" pitchFamily="34" charset="-122"/>
                <a:cs typeface="Calibri Light" pitchFamily="34" charset="-120"/>
              </a:rPr>
              <a:t>Mapping Eleos Outputs to Your Note Template</a:t>
            </a:r>
            <a:endParaRPr lang="en-US" sz="1460" dirty="0"/>
          </a:p>
        </p:txBody>
      </p:sp>
      <p:sp>
        <p:nvSpPr>
          <p:cNvPr id="3" name="Text 1"/>
          <p:cNvSpPr/>
          <p:nvPr/>
        </p:nvSpPr>
        <p:spPr>
          <a:xfrm>
            <a:off x="299591" y="677912"/>
            <a:ext cx="4385325" cy="118021"/>
          </a:xfrm>
          <a:prstGeom prst="rect">
            <a:avLst/>
          </a:prstGeom>
          <a:noFill/>
          <a:ln/>
        </p:spPr>
        <p:txBody>
          <a:bodyPr wrap="none" lIns="0" tIns="0" rIns="0" bIns="0" rtlCol="0" anchor="t"/>
          <a:lstStyle/>
          <a:p>
            <a:pPr marL="0" indent="0" algn="l">
              <a:lnSpc>
                <a:spcPts val="930"/>
              </a:lnSpc>
              <a:buNone/>
            </a:pPr>
            <a:r>
              <a:rPr lang="en-US" sz="620" kern="0" spc="74" dirty="0">
                <a:solidFill>
                  <a:srgbClr val="55A49C"/>
                </a:solidFill>
                <a:latin typeface="Calibri Light" pitchFamily="34" charset="0"/>
                <a:ea typeface="Calibri Light" pitchFamily="34" charset="-122"/>
                <a:cs typeface="Calibri Light" pitchFamily="34" charset="-120"/>
              </a:rPr>
              <a:t>ELEOS OUTPUT</a:t>
            </a:r>
            <a:endParaRPr lang="en-US" sz="620" dirty="0"/>
          </a:p>
        </p:txBody>
      </p:sp>
      <p:sp>
        <p:nvSpPr>
          <p:cNvPr id="4" name="Text 2"/>
          <p:cNvSpPr/>
          <p:nvPr/>
        </p:nvSpPr>
        <p:spPr>
          <a:xfrm>
            <a:off x="285750" y="809774"/>
            <a:ext cx="4000500" cy="415826"/>
          </a:xfrm>
          <a:prstGeom prst="roundRect">
            <a:avLst>
              <a:gd name="adj" fmla="val 13744"/>
            </a:avLst>
          </a:prstGeom>
          <a:solidFill>
            <a:srgbClr val="1B5E72"/>
          </a:solidFill>
          <a:ln/>
        </p:spPr>
        <p:txBody>
          <a:bodyPr wrap="square" rtlCol="0" anchor="t"/>
          <a:lstStyle/>
          <a:p>
            <a:pPr marL="0" indent="0">
              <a:buNone/>
            </a:pPr>
            <a:endParaRPr lang="en-US" dirty="0"/>
          </a:p>
        </p:txBody>
      </p:sp>
      <p:sp>
        <p:nvSpPr>
          <p:cNvPr id="5" name="Text 3"/>
          <p:cNvSpPr/>
          <p:nvPr/>
        </p:nvSpPr>
        <p:spPr>
          <a:xfrm>
            <a:off x="675382" y="910084"/>
            <a:ext cx="1315745" cy="215205"/>
          </a:xfrm>
          <a:prstGeom prst="rect">
            <a:avLst/>
          </a:prstGeom>
          <a:noFill/>
          <a:ln/>
        </p:spPr>
        <p:txBody>
          <a:bodyPr wrap="none" lIns="0" tIns="0" rIns="0" bIns="0" rtlCol="0" anchor="ctr"/>
          <a:lstStyle/>
          <a:p>
            <a:pPr marL="0" indent="0" algn="l">
              <a:lnSpc>
                <a:spcPts val="1695"/>
              </a:lnSpc>
              <a:buNone/>
            </a:pPr>
            <a:r>
              <a:rPr lang="en-US" sz="1130" b="1" kern="0" spc="45" dirty="0">
                <a:solidFill>
                  <a:srgbClr val="FFFFFF"/>
                </a:solidFill>
                <a:latin typeface="Calibri Light" pitchFamily="34" charset="0"/>
                <a:ea typeface="Calibri Light" pitchFamily="34" charset="-122"/>
                <a:cs typeface="Calibri Light" pitchFamily="34" charset="-120"/>
              </a:rPr>
              <a:t>Eleos Gives You</a:t>
            </a:r>
            <a:endParaRPr lang="en-US" sz="113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087" y="951318"/>
            <a:ext cx="132588" cy="132588"/>
          </a:xfrm>
          <a:prstGeom prst="rect">
            <a:avLst/>
          </a:prstGeom>
        </p:spPr>
      </p:pic>
      <p:sp>
        <p:nvSpPr>
          <p:cNvPr id="7" name="Text 4"/>
          <p:cNvSpPr/>
          <p:nvPr/>
        </p:nvSpPr>
        <p:spPr>
          <a:xfrm>
            <a:off x="285750" y="1225600"/>
            <a:ext cx="4000500" cy="3140273"/>
          </a:xfrm>
          <a:prstGeom prst="rect">
            <a:avLst/>
          </a:prstGeom>
          <a:solidFill>
            <a:srgbClr val="EAF4F4"/>
          </a:solidFill>
          <a:ln/>
        </p:spPr>
        <p:txBody>
          <a:bodyPr wrap="square" rtlCol="0" anchor="t"/>
          <a:lstStyle/>
          <a:p>
            <a:pPr marL="0" indent="0">
              <a:buNone/>
            </a:pPr>
            <a:endParaRPr lang="en-US" dirty="0"/>
          </a:p>
        </p:txBody>
      </p:sp>
      <p:sp>
        <p:nvSpPr>
          <p:cNvPr id="8" name="Text 5"/>
          <p:cNvSpPr/>
          <p:nvPr/>
        </p:nvSpPr>
        <p:spPr>
          <a:xfrm>
            <a:off x="467037" y="1939676"/>
            <a:ext cx="70991" cy="70991"/>
          </a:xfrm>
          <a:prstGeom prst="ellipse">
            <a:avLst/>
          </a:prstGeom>
          <a:solidFill>
            <a:srgbClr val="1B5E72"/>
          </a:solidFill>
          <a:ln/>
        </p:spPr>
        <p:txBody>
          <a:bodyPr wrap="none" rtlCol="0" anchor="t"/>
          <a:lstStyle/>
          <a:p>
            <a:pPr marL="0" indent="0">
              <a:buNone/>
            </a:pPr>
            <a:endParaRPr lang="en-US" dirty="0"/>
          </a:p>
        </p:txBody>
      </p:sp>
      <p:sp>
        <p:nvSpPr>
          <p:cNvPr id="9" name="Text 6"/>
          <p:cNvSpPr/>
          <p:nvPr/>
        </p:nvSpPr>
        <p:spPr>
          <a:xfrm>
            <a:off x="643682" y="1852910"/>
            <a:ext cx="3510787" cy="370984"/>
          </a:xfrm>
          <a:prstGeom prst="rect">
            <a:avLst/>
          </a:prstGeom>
          <a:noFill/>
          <a:ln/>
        </p:spPr>
        <p:txBody>
          <a:bodyPr wrap="squar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Key Moments — Clinically significant exchanges captured automatically</a:t>
            </a:r>
            <a:endParaRPr lang="en-US" sz="960" dirty="0"/>
          </a:p>
        </p:txBody>
      </p:sp>
      <p:sp>
        <p:nvSpPr>
          <p:cNvPr id="10" name="Text 7"/>
          <p:cNvSpPr/>
          <p:nvPr/>
        </p:nvSpPr>
        <p:spPr>
          <a:xfrm>
            <a:off x="467037" y="2436316"/>
            <a:ext cx="70991" cy="70991"/>
          </a:xfrm>
          <a:prstGeom prst="ellipse">
            <a:avLst/>
          </a:prstGeom>
          <a:solidFill>
            <a:srgbClr val="1B5E72"/>
          </a:solidFill>
          <a:ln/>
        </p:spPr>
        <p:txBody>
          <a:bodyPr wrap="none" rtlCol="0" anchor="t"/>
          <a:lstStyle/>
          <a:p>
            <a:pPr marL="0" indent="0">
              <a:buNone/>
            </a:pPr>
            <a:endParaRPr lang="en-US" dirty="0"/>
          </a:p>
        </p:txBody>
      </p:sp>
      <p:sp>
        <p:nvSpPr>
          <p:cNvPr id="11" name="Text 8"/>
          <p:cNvSpPr/>
          <p:nvPr/>
        </p:nvSpPr>
        <p:spPr>
          <a:xfrm>
            <a:off x="639976" y="2357872"/>
            <a:ext cx="3599840"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Interventions — Identified and labeled from session content</a:t>
            </a:r>
            <a:endParaRPr lang="en-US" sz="960" dirty="0"/>
          </a:p>
        </p:txBody>
      </p:sp>
      <p:sp>
        <p:nvSpPr>
          <p:cNvPr id="13" name="Text 10"/>
          <p:cNvSpPr/>
          <p:nvPr/>
        </p:nvSpPr>
        <p:spPr>
          <a:xfrm>
            <a:off x="643682" y="2540347"/>
            <a:ext cx="3740959" cy="176659"/>
          </a:xfrm>
          <a:prstGeom prst="rect">
            <a:avLst/>
          </a:prstGeom>
          <a:noFill/>
          <a:ln/>
        </p:spPr>
        <p:txBody>
          <a:bodyPr wrap="none" lIns="0" tIns="0" rIns="0" bIns="0" rtlCol="0" anchor="ctr"/>
          <a:lstStyle/>
          <a:p>
            <a:pPr marL="0" indent="0" algn="l">
              <a:lnSpc>
                <a:spcPts val="1392"/>
              </a:lnSpc>
              <a:buNone/>
            </a:pPr>
            <a:endParaRPr lang="en-US" sz="960" dirty="0"/>
          </a:p>
        </p:txBody>
      </p:sp>
      <p:sp>
        <p:nvSpPr>
          <p:cNvPr id="15" name="Text 12"/>
          <p:cNvSpPr/>
          <p:nvPr/>
        </p:nvSpPr>
        <p:spPr>
          <a:xfrm>
            <a:off x="643682" y="2795736"/>
            <a:ext cx="3443005" cy="176659"/>
          </a:xfrm>
          <a:prstGeom prst="rect">
            <a:avLst/>
          </a:prstGeom>
          <a:noFill/>
          <a:ln/>
        </p:spPr>
        <p:txBody>
          <a:bodyPr wrap="none" lIns="0" tIns="0" rIns="0" bIns="0" rtlCol="0" anchor="ctr"/>
          <a:lstStyle/>
          <a:p>
            <a:pPr marL="0" indent="0" algn="l">
              <a:lnSpc>
                <a:spcPts val="1392"/>
              </a:lnSpc>
              <a:buNone/>
            </a:pPr>
            <a:endParaRPr lang="en-US" sz="960" dirty="0"/>
          </a:p>
        </p:txBody>
      </p:sp>
      <p:sp>
        <p:nvSpPr>
          <p:cNvPr id="16" name="Text 13"/>
          <p:cNvSpPr/>
          <p:nvPr/>
        </p:nvSpPr>
        <p:spPr>
          <a:xfrm>
            <a:off x="494035" y="2816540"/>
            <a:ext cx="70991" cy="70991"/>
          </a:xfrm>
          <a:prstGeom prst="ellipse">
            <a:avLst/>
          </a:prstGeom>
          <a:solidFill>
            <a:srgbClr val="1B5E72"/>
          </a:solidFill>
          <a:ln/>
        </p:spPr>
        <p:txBody>
          <a:bodyPr wrap="none" rtlCol="0" anchor="t"/>
          <a:lstStyle/>
          <a:p>
            <a:pPr marL="0" indent="0">
              <a:buNone/>
            </a:pPr>
            <a:endParaRPr lang="en-US" dirty="0"/>
          </a:p>
        </p:txBody>
      </p:sp>
      <p:sp>
        <p:nvSpPr>
          <p:cNvPr id="17" name="Text 14"/>
          <p:cNvSpPr/>
          <p:nvPr/>
        </p:nvSpPr>
        <p:spPr>
          <a:xfrm>
            <a:off x="666973" y="2648831"/>
            <a:ext cx="3510787" cy="370984"/>
          </a:xfrm>
          <a:prstGeom prst="rect">
            <a:avLst/>
          </a:prstGeom>
          <a:noFill/>
          <a:ln/>
        </p:spPr>
        <p:txBody>
          <a:bodyPr wrap="squar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Assessment — Speaks to mood/affect and general </a:t>
            </a:r>
            <a:r>
              <a:rPr lang="en-US" sz="960" dirty="0" err="1">
                <a:solidFill>
                  <a:srgbClr val="2C2C2C"/>
                </a:solidFill>
                <a:latin typeface="Calibri" pitchFamily="34" charset="0"/>
                <a:ea typeface="Calibri" pitchFamily="34" charset="-122"/>
                <a:cs typeface="Calibri" pitchFamily="34" charset="-120"/>
              </a:rPr>
              <a:t>progres</a:t>
            </a:r>
            <a:endParaRPr lang="en-US" sz="960" dirty="0"/>
          </a:p>
        </p:txBody>
      </p:sp>
      <p:sp>
        <p:nvSpPr>
          <p:cNvPr id="18" name="Text 15"/>
          <p:cNvSpPr/>
          <p:nvPr/>
        </p:nvSpPr>
        <p:spPr>
          <a:xfrm>
            <a:off x="494692" y="3205027"/>
            <a:ext cx="70991" cy="70991"/>
          </a:xfrm>
          <a:prstGeom prst="ellipse">
            <a:avLst/>
          </a:prstGeom>
          <a:solidFill>
            <a:srgbClr val="1B5E72"/>
          </a:solidFill>
          <a:ln/>
        </p:spPr>
        <p:txBody>
          <a:bodyPr wrap="none" rtlCol="0" anchor="t"/>
          <a:lstStyle/>
          <a:p>
            <a:pPr marL="0" indent="0">
              <a:buNone/>
            </a:pPr>
            <a:endParaRPr lang="en-US" dirty="0"/>
          </a:p>
        </p:txBody>
      </p:sp>
      <p:sp>
        <p:nvSpPr>
          <p:cNvPr id="19" name="Text 16"/>
          <p:cNvSpPr/>
          <p:nvPr/>
        </p:nvSpPr>
        <p:spPr>
          <a:xfrm>
            <a:off x="666973" y="3126924"/>
            <a:ext cx="3204314"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Plan — Next steps and treatment direction</a:t>
            </a:r>
            <a:endParaRPr lang="en-US" sz="960" dirty="0"/>
          </a:p>
        </p:txBody>
      </p:sp>
      <p:sp>
        <p:nvSpPr>
          <p:cNvPr id="20" name="Text 17"/>
          <p:cNvSpPr/>
          <p:nvPr/>
        </p:nvSpPr>
        <p:spPr>
          <a:xfrm>
            <a:off x="4561136" y="1020812"/>
            <a:ext cx="21580" cy="1387078"/>
          </a:xfrm>
          <a:prstGeom prst="rect">
            <a:avLst/>
          </a:prstGeom>
          <a:gradFill rotWithShape="1">
            <a:gsLst>
              <a:gs pos="0">
                <a:srgbClr val="000000">
                  <a:alpha val="0"/>
                </a:srgbClr>
              </a:gs>
              <a:gs pos="50000">
                <a:srgbClr val="55A49C"/>
              </a:gs>
              <a:gs pos="100000">
                <a:srgbClr val="000000">
                  <a:alpha val="0"/>
                </a:srgbClr>
              </a:gs>
            </a:gsLst>
            <a:lin ang="5400000" scaled="1"/>
          </a:gradFill>
          <a:ln/>
        </p:spPr>
        <p:txBody>
          <a:bodyPr wrap="square" rtlCol="0" anchor="t"/>
          <a:lstStyle/>
          <a:p>
            <a:pPr marL="0" indent="0">
              <a:buNone/>
            </a:pPr>
            <a:endParaRPr lang="en-US" dirty="0"/>
          </a:p>
        </p:txBody>
      </p:sp>
      <p:sp>
        <p:nvSpPr>
          <p:cNvPr id="21" name="Text 18"/>
          <p:cNvSpPr/>
          <p:nvPr/>
        </p:nvSpPr>
        <p:spPr>
          <a:xfrm>
            <a:off x="4400550" y="2407890"/>
            <a:ext cx="342900" cy="342900"/>
          </a:xfrm>
          <a:prstGeom prst="ellipse">
            <a:avLst/>
          </a:prstGeom>
          <a:solidFill>
            <a:srgbClr val="55A49C"/>
          </a:solidFill>
          <a:ln/>
          <a:effectLst>
            <a:outerShdw blurRad="86360" dist="13970" dir="5400000" algn="bl" rotWithShape="0">
              <a:srgbClr val="55A49C">
                <a:alpha val="25000"/>
              </a:srgbClr>
            </a:outerShdw>
          </a:effectLst>
        </p:spPr>
        <p:txBody>
          <a:bodyPr wrap="squar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02497" y="2509838"/>
            <a:ext cx="139005" cy="139005"/>
          </a:xfrm>
          <a:prstGeom prst="rect">
            <a:avLst/>
          </a:prstGeom>
        </p:spPr>
      </p:pic>
      <p:sp>
        <p:nvSpPr>
          <p:cNvPr id="23" name="Text 19"/>
          <p:cNvSpPr/>
          <p:nvPr/>
        </p:nvSpPr>
        <p:spPr>
          <a:xfrm>
            <a:off x="4561136" y="2750790"/>
            <a:ext cx="21580" cy="1387078"/>
          </a:xfrm>
          <a:prstGeom prst="rect">
            <a:avLst/>
          </a:prstGeom>
          <a:gradFill rotWithShape="1">
            <a:gsLst>
              <a:gs pos="0">
                <a:srgbClr val="000000">
                  <a:alpha val="0"/>
                </a:srgbClr>
              </a:gs>
              <a:gs pos="50000">
                <a:srgbClr val="55A49C"/>
              </a:gs>
              <a:gs pos="100000">
                <a:srgbClr val="000000">
                  <a:alpha val="0"/>
                </a:srgbClr>
              </a:gs>
            </a:gsLst>
            <a:lin ang="5400000" scaled="1"/>
          </a:gradFill>
          <a:ln/>
        </p:spPr>
        <p:txBody>
          <a:bodyPr wrap="square" rtlCol="0" anchor="t"/>
          <a:lstStyle/>
          <a:p>
            <a:pPr marL="0" indent="0">
              <a:buNone/>
            </a:pPr>
            <a:endParaRPr lang="en-US" dirty="0"/>
          </a:p>
        </p:txBody>
      </p:sp>
      <p:sp>
        <p:nvSpPr>
          <p:cNvPr id="24" name="Text 20"/>
          <p:cNvSpPr/>
          <p:nvPr/>
        </p:nvSpPr>
        <p:spPr>
          <a:xfrm>
            <a:off x="4460577" y="4181029"/>
            <a:ext cx="222697" cy="194087"/>
          </a:xfrm>
          <a:prstGeom prst="rect">
            <a:avLst/>
          </a:prstGeom>
          <a:noFill/>
          <a:ln/>
        </p:spPr>
        <p:txBody>
          <a:bodyPr wrap="square" lIns="0" tIns="0" rIns="0" bIns="0" rtlCol="0" anchor="ctr"/>
          <a:lstStyle/>
          <a:p>
            <a:pPr marL="0" indent="0" algn="ctr">
              <a:lnSpc>
                <a:spcPts val="728"/>
              </a:lnSpc>
              <a:buNone/>
            </a:pPr>
            <a:r>
              <a:rPr lang="en-US" sz="560" kern="0" spc="34" dirty="0">
                <a:solidFill>
                  <a:srgbClr val="55A49C"/>
                </a:solidFill>
                <a:latin typeface="Calibri" pitchFamily="34" charset="0"/>
                <a:ea typeface="Calibri" pitchFamily="34" charset="-122"/>
                <a:cs typeface="Calibri" pitchFamily="34" charset="-120"/>
              </a:rPr>
              <a:t>MAPS</a:t>
            </a:r>
            <a:br/>
            <a:r>
              <a:rPr lang="en-US" sz="560" kern="0" spc="34" dirty="0">
                <a:solidFill>
                  <a:srgbClr val="55A49C"/>
                </a:solidFill>
                <a:latin typeface="Calibri" pitchFamily="34" charset="0"/>
                <a:ea typeface="Calibri" pitchFamily="34" charset="-122"/>
                <a:cs typeface="Calibri" pitchFamily="34" charset="-120"/>
              </a:rPr>
              <a:t>TO</a:t>
            </a:r>
            <a:endParaRPr lang="en-US" sz="560" dirty="0"/>
          </a:p>
        </p:txBody>
      </p:sp>
      <p:sp>
        <p:nvSpPr>
          <p:cNvPr id="25" name="Text 21"/>
          <p:cNvSpPr/>
          <p:nvPr/>
        </p:nvSpPr>
        <p:spPr>
          <a:xfrm>
            <a:off x="4871591" y="677912"/>
            <a:ext cx="4385325" cy="118021"/>
          </a:xfrm>
          <a:prstGeom prst="rect">
            <a:avLst/>
          </a:prstGeom>
          <a:noFill/>
          <a:ln/>
        </p:spPr>
        <p:txBody>
          <a:bodyPr wrap="none" lIns="0" tIns="0" rIns="0" bIns="0" rtlCol="0" anchor="t"/>
          <a:lstStyle/>
          <a:p>
            <a:pPr marL="0" indent="0" algn="l">
              <a:lnSpc>
                <a:spcPts val="930"/>
              </a:lnSpc>
              <a:buNone/>
            </a:pPr>
            <a:r>
              <a:rPr lang="en-US" sz="620" kern="0" spc="74" dirty="0">
                <a:solidFill>
                  <a:srgbClr val="55A49C"/>
                </a:solidFill>
                <a:latin typeface="Calibri Light" pitchFamily="34" charset="0"/>
                <a:ea typeface="Calibri Light" pitchFamily="34" charset="-122"/>
                <a:cs typeface="Calibri Light" pitchFamily="34" charset="-120"/>
              </a:rPr>
              <a:t>YOUR NOTE TEMPLATE</a:t>
            </a:r>
            <a:endParaRPr lang="en-US" sz="620" dirty="0"/>
          </a:p>
        </p:txBody>
      </p:sp>
      <p:sp>
        <p:nvSpPr>
          <p:cNvPr id="26" name="Text 22"/>
          <p:cNvSpPr/>
          <p:nvPr/>
        </p:nvSpPr>
        <p:spPr>
          <a:xfrm>
            <a:off x="4857750" y="809774"/>
            <a:ext cx="4000500" cy="415826"/>
          </a:xfrm>
          <a:prstGeom prst="roundRect">
            <a:avLst>
              <a:gd name="adj" fmla="val 13744"/>
            </a:avLst>
          </a:prstGeom>
          <a:solidFill>
            <a:srgbClr val="FAB753"/>
          </a:solidFill>
          <a:ln/>
        </p:spPr>
        <p:txBody>
          <a:bodyPr wrap="square" rtlCol="0" anchor="t"/>
          <a:lstStyle/>
          <a:p>
            <a:pPr marL="0" indent="0">
              <a:buNone/>
            </a:pPr>
            <a:endParaRPr lang="en-US" dirty="0"/>
          </a:p>
        </p:txBody>
      </p:sp>
      <p:sp>
        <p:nvSpPr>
          <p:cNvPr id="27" name="Text 23"/>
          <p:cNvSpPr/>
          <p:nvPr/>
        </p:nvSpPr>
        <p:spPr>
          <a:xfrm>
            <a:off x="5247382" y="910084"/>
            <a:ext cx="1353398" cy="215205"/>
          </a:xfrm>
          <a:prstGeom prst="rect">
            <a:avLst/>
          </a:prstGeom>
          <a:noFill/>
          <a:ln/>
        </p:spPr>
        <p:txBody>
          <a:bodyPr wrap="none" lIns="0" tIns="0" rIns="0" bIns="0" rtlCol="0" anchor="ctr"/>
          <a:lstStyle/>
          <a:p>
            <a:pPr marL="0" indent="0" algn="l">
              <a:lnSpc>
                <a:spcPts val="1695"/>
              </a:lnSpc>
              <a:buNone/>
            </a:pPr>
            <a:r>
              <a:rPr lang="en-US" sz="1130" b="1" kern="0" spc="45" dirty="0">
                <a:solidFill>
                  <a:srgbClr val="1B1B1B"/>
                </a:solidFill>
                <a:latin typeface="Calibri Light" pitchFamily="34" charset="0"/>
                <a:ea typeface="Calibri Light" pitchFamily="34" charset="-122"/>
                <a:cs typeface="Calibri Light" pitchFamily="34" charset="-120"/>
              </a:rPr>
              <a:t>Your Note Needs</a:t>
            </a:r>
            <a:endParaRPr lang="en-US" sz="1130" dirty="0"/>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1087" y="951318"/>
            <a:ext cx="132588" cy="132588"/>
          </a:xfrm>
          <a:prstGeom prst="rect">
            <a:avLst/>
          </a:prstGeom>
        </p:spPr>
      </p:pic>
      <p:sp>
        <p:nvSpPr>
          <p:cNvPr id="29" name="Text 24"/>
          <p:cNvSpPr/>
          <p:nvPr/>
        </p:nvSpPr>
        <p:spPr>
          <a:xfrm>
            <a:off x="4857750" y="1225600"/>
            <a:ext cx="4000500" cy="3140273"/>
          </a:xfrm>
          <a:prstGeom prst="rect">
            <a:avLst/>
          </a:prstGeom>
          <a:solidFill>
            <a:srgbClr val="FFFFFF"/>
          </a:solidFill>
          <a:ln/>
        </p:spPr>
        <p:txBody>
          <a:bodyPr wrap="square" rtlCol="0" anchor="t"/>
          <a:lstStyle/>
          <a:p>
            <a:pPr marL="0" indent="0">
              <a:buNone/>
            </a:pPr>
            <a:endParaRPr lang="en-US" dirty="0"/>
          </a:p>
        </p:txBody>
      </p:sp>
      <p:sp>
        <p:nvSpPr>
          <p:cNvPr id="30" name="Text 25"/>
          <p:cNvSpPr/>
          <p:nvPr/>
        </p:nvSpPr>
        <p:spPr>
          <a:xfrm>
            <a:off x="5067895" y="1891308"/>
            <a:ext cx="70991" cy="70991"/>
          </a:xfrm>
          <a:prstGeom prst="ellipse">
            <a:avLst/>
          </a:prstGeom>
          <a:solidFill>
            <a:srgbClr val="FAB753"/>
          </a:solidFill>
          <a:ln/>
        </p:spPr>
        <p:txBody>
          <a:bodyPr wrap="none" rtlCol="0" anchor="t"/>
          <a:lstStyle/>
          <a:p>
            <a:pPr marL="0" indent="0">
              <a:buNone/>
            </a:pPr>
            <a:endParaRPr lang="en-US" dirty="0"/>
          </a:p>
        </p:txBody>
      </p:sp>
      <p:sp>
        <p:nvSpPr>
          <p:cNvPr id="31" name="Text 26"/>
          <p:cNvSpPr/>
          <p:nvPr/>
        </p:nvSpPr>
        <p:spPr>
          <a:xfrm>
            <a:off x="5225207" y="1848148"/>
            <a:ext cx="3664506"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Session Objective — The identified goal guiding this session</a:t>
            </a:r>
            <a:endParaRPr lang="en-US" sz="960" dirty="0"/>
          </a:p>
        </p:txBody>
      </p:sp>
      <p:sp>
        <p:nvSpPr>
          <p:cNvPr id="32" name="Text 27"/>
          <p:cNvSpPr/>
          <p:nvPr/>
        </p:nvSpPr>
        <p:spPr>
          <a:xfrm>
            <a:off x="5058873" y="2258890"/>
            <a:ext cx="70991" cy="70991"/>
          </a:xfrm>
          <a:prstGeom prst="ellipse">
            <a:avLst/>
          </a:prstGeom>
          <a:solidFill>
            <a:srgbClr val="FAB753"/>
          </a:solidFill>
          <a:ln/>
        </p:spPr>
        <p:txBody>
          <a:bodyPr wrap="none" rtlCol="0" anchor="t"/>
          <a:lstStyle/>
          <a:p>
            <a:pPr marL="0" indent="0">
              <a:buNone/>
            </a:pPr>
            <a:endParaRPr lang="en-US" dirty="0"/>
          </a:p>
        </p:txBody>
      </p:sp>
      <p:sp>
        <p:nvSpPr>
          <p:cNvPr id="33" name="Text 28"/>
          <p:cNvSpPr/>
          <p:nvPr/>
        </p:nvSpPr>
        <p:spPr>
          <a:xfrm>
            <a:off x="5225207" y="2103537"/>
            <a:ext cx="3491356" cy="370984"/>
          </a:xfrm>
          <a:prstGeom prst="rect">
            <a:avLst/>
          </a:prstGeom>
          <a:noFill/>
          <a:ln/>
        </p:spPr>
        <p:txBody>
          <a:bodyPr wrap="squar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Progress Toward Objective — Client's movement and engagement</a:t>
            </a:r>
            <a:endParaRPr lang="en-US" sz="960" dirty="0"/>
          </a:p>
        </p:txBody>
      </p:sp>
      <p:sp>
        <p:nvSpPr>
          <p:cNvPr id="34" name="Text 29"/>
          <p:cNvSpPr/>
          <p:nvPr/>
        </p:nvSpPr>
        <p:spPr>
          <a:xfrm>
            <a:off x="5067895" y="2578745"/>
            <a:ext cx="70991" cy="70991"/>
          </a:xfrm>
          <a:prstGeom prst="ellipse">
            <a:avLst/>
          </a:prstGeom>
          <a:solidFill>
            <a:srgbClr val="FAB753"/>
          </a:solidFill>
          <a:ln/>
        </p:spPr>
        <p:txBody>
          <a:bodyPr wrap="none" rtlCol="0" anchor="t"/>
          <a:lstStyle/>
          <a:p>
            <a:pPr marL="0" indent="0">
              <a:buNone/>
            </a:pPr>
            <a:endParaRPr lang="en-US" dirty="0"/>
          </a:p>
        </p:txBody>
      </p:sp>
      <p:sp>
        <p:nvSpPr>
          <p:cNvPr id="35" name="Text 30"/>
          <p:cNvSpPr/>
          <p:nvPr/>
        </p:nvSpPr>
        <p:spPr>
          <a:xfrm>
            <a:off x="5225207" y="2535585"/>
            <a:ext cx="3493100"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Life Occurrences — Contextual events affecting the client</a:t>
            </a:r>
            <a:endParaRPr lang="en-US" sz="960" dirty="0"/>
          </a:p>
        </p:txBody>
      </p:sp>
      <p:sp>
        <p:nvSpPr>
          <p:cNvPr id="36" name="Text 31"/>
          <p:cNvSpPr/>
          <p:nvPr/>
        </p:nvSpPr>
        <p:spPr>
          <a:xfrm>
            <a:off x="5067895" y="2834134"/>
            <a:ext cx="70991" cy="70991"/>
          </a:xfrm>
          <a:prstGeom prst="ellipse">
            <a:avLst/>
          </a:prstGeom>
          <a:solidFill>
            <a:srgbClr val="FAB753"/>
          </a:solidFill>
          <a:ln/>
        </p:spPr>
        <p:txBody>
          <a:bodyPr wrap="none" rtlCol="0" anchor="t"/>
          <a:lstStyle/>
          <a:p>
            <a:pPr marL="0" indent="0">
              <a:buNone/>
            </a:pPr>
            <a:endParaRPr lang="en-US" dirty="0"/>
          </a:p>
        </p:txBody>
      </p:sp>
      <p:sp>
        <p:nvSpPr>
          <p:cNvPr id="37" name="Text 32"/>
          <p:cNvSpPr/>
          <p:nvPr/>
        </p:nvSpPr>
        <p:spPr>
          <a:xfrm>
            <a:off x="5225207" y="2790974"/>
            <a:ext cx="3491356" cy="370984"/>
          </a:xfrm>
          <a:prstGeom prst="rect">
            <a:avLst/>
          </a:prstGeom>
          <a:noFill/>
          <a:ln/>
        </p:spPr>
        <p:txBody>
          <a:bodyPr wrap="squar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Intervention &amp; Client Response — What was done and how client responded</a:t>
            </a:r>
            <a:endParaRPr lang="en-US" sz="960" dirty="0"/>
          </a:p>
        </p:txBody>
      </p:sp>
      <p:sp>
        <p:nvSpPr>
          <p:cNvPr id="38" name="Text 33"/>
          <p:cNvSpPr/>
          <p:nvPr/>
        </p:nvSpPr>
        <p:spPr>
          <a:xfrm>
            <a:off x="5067895" y="3266182"/>
            <a:ext cx="70991" cy="70991"/>
          </a:xfrm>
          <a:prstGeom prst="ellipse">
            <a:avLst/>
          </a:prstGeom>
          <a:solidFill>
            <a:srgbClr val="FAB753"/>
          </a:solidFill>
          <a:ln/>
        </p:spPr>
        <p:txBody>
          <a:bodyPr wrap="none" rtlCol="0" anchor="t"/>
          <a:lstStyle/>
          <a:p>
            <a:pPr marL="0" indent="0">
              <a:buNone/>
            </a:pPr>
            <a:endParaRPr lang="en-US" dirty="0"/>
          </a:p>
        </p:txBody>
      </p:sp>
      <p:sp>
        <p:nvSpPr>
          <p:cNvPr id="39" name="Text 34"/>
          <p:cNvSpPr/>
          <p:nvPr/>
        </p:nvSpPr>
        <p:spPr>
          <a:xfrm>
            <a:off x="5225207" y="3223022"/>
            <a:ext cx="3222322"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Obstacles -- What were barriers in the session?</a:t>
            </a:r>
            <a:endParaRPr lang="en-US" sz="960" dirty="0"/>
          </a:p>
        </p:txBody>
      </p:sp>
      <p:sp>
        <p:nvSpPr>
          <p:cNvPr id="40" name="Text 35"/>
          <p:cNvSpPr/>
          <p:nvPr/>
        </p:nvSpPr>
        <p:spPr>
          <a:xfrm>
            <a:off x="5067895" y="3521571"/>
            <a:ext cx="70991" cy="70991"/>
          </a:xfrm>
          <a:prstGeom prst="ellipse">
            <a:avLst/>
          </a:prstGeom>
          <a:solidFill>
            <a:srgbClr val="FAB753"/>
          </a:solidFill>
          <a:ln/>
        </p:spPr>
        <p:txBody>
          <a:bodyPr wrap="none" rtlCol="0" anchor="t"/>
          <a:lstStyle/>
          <a:p>
            <a:pPr marL="0" indent="0">
              <a:buNone/>
            </a:pPr>
            <a:endParaRPr lang="en-US" dirty="0"/>
          </a:p>
        </p:txBody>
      </p:sp>
      <p:sp>
        <p:nvSpPr>
          <p:cNvPr id="41" name="Text 36"/>
          <p:cNvSpPr/>
          <p:nvPr/>
        </p:nvSpPr>
        <p:spPr>
          <a:xfrm>
            <a:off x="5225207" y="3478411"/>
            <a:ext cx="3383250" cy="176659"/>
          </a:xfrm>
          <a:prstGeom prst="rect">
            <a:avLst/>
          </a:prstGeom>
          <a:noFill/>
          <a:ln/>
        </p:spPr>
        <p:txBody>
          <a:bodyPr wrap="none" lIns="0" tIns="0" rIns="0" bIns="0" rtlCol="0" anchor="ctr"/>
          <a:lstStyle/>
          <a:p>
            <a:pPr marL="0" indent="0" algn="l">
              <a:lnSpc>
                <a:spcPts val="1392"/>
              </a:lnSpc>
              <a:buNone/>
            </a:pPr>
            <a:r>
              <a:rPr lang="en-US" sz="960" dirty="0">
                <a:solidFill>
                  <a:srgbClr val="2C2C2C"/>
                </a:solidFill>
                <a:latin typeface="Calibri" pitchFamily="34" charset="0"/>
                <a:ea typeface="Calibri" pitchFamily="34" charset="-122"/>
                <a:cs typeface="Calibri" pitchFamily="34" charset="-120"/>
              </a:rPr>
              <a:t>Assessment &amp; Plan — Clinical summary and next steps</a:t>
            </a:r>
            <a:endParaRPr lang="en-US" sz="960" dirty="0"/>
          </a:p>
        </p:txBody>
      </p:sp>
      <p:sp>
        <p:nvSpPr>
          <p:cNvPr id="42" name="Text 37"/>
          <p:cNvSpPr/>
          <p:nvPr/>
        </p:nvSpPr>
        <p:spPr>
          <a:xfrm>
            <a:off x="285750" y="4480173"/>
            <a:ext cx="8572500" cy="583109"/>
          </a:xfrm>
          <a:prstGeom prst="roundRect">
            <a:avLst>
              <a:gd name="adj" fmla="val 9801"/>
            </a:avLst>
          </a:prstGeom>
          <a:solidFill>
            <a:srgbClr val="FAB753"/>
          </a:solidFill>
          <a:ln/>
        </p:spPr>
        <p:txBody>
          <a:bodyPr wrap="square" rtlCol="0" anchor="t"/>
          <a:lstStyle/>
          <a:p>
            <a:pPr marL="0" indent="0">
              <a:buNone/>
            </a:pPr>
            <a:endParaRPr lang="en-US" dirty="0"/>
          </a:p>
        </p:txBody>
      </p:sp>
      <p:pic>
        <p:nvPicPr>
          <p:cNvPr id="4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7066" y="4705359"/>
            <a:ext cx="132588" cy="132588"/>
          </a:xfrm>
          <a:prstGeom prst="rect">
            <a:avLst/>
          </a:prstGeom>
        </p:spPr>
      </p:pic>
      <p:sp>
        <p:nvSpPr>
          <p:cNvPr id="44" name="Text 38"/>
          <p:cNvSpPr/>
          <p:nvPr/>
        </p:nvSpPr>
        <p:spPr>
          <a:xfrm>
            <a:off x="655894" y="4594473"/>
            <a:ext cx="7832211" cy="372234"/>
          </a:xfrm>
          <a:prstGeom prst="rect">
            <a:avLst/>
          </a:prstGeom>
          <a:noFill/>
          <a:ln/>
        </p:spPr>
        <p:txBody>
          <a:bodyPr wrap="square" lIns="0" tIns="0" rIns="0" bIns="0" rtlCol="0" anchor="ctr"/>
          <a:lstStyle/>
          <a:p>
            <a:pPr marL="0" indent="0" algn="ctr">
              <a:lnSpc>
                <a:spcPts val="1395"/>
              </a:lnSpc>
              <a:buNone/>
            </a:pPr>
            <a:r>
              <a:rPr lang="en-US" sz="930" b="1" dirty="0">
                <a:solidFill>
                  <a:srgbClr val="1B1B1B"/>
                </a:solidFill>
                <a:latin typeface="Calibri" pitchFamily="34" charset="0"/>
                <a:ea typeface="Calibri" pitchFamily="34" charset="-122"/>
                <a:cs typeface="Calibri" pitchFamily="34" charset="-120"/>
              </a:rPr>
              <a:t>Eleos provides the raw material. Your clinical judgment shapes the note.</a:t>
            </a:r>
            <a:r>
              <a:rPr lang="en-US" sz="930" dirty="0">
                <a:solidFill>
                  <a:srgbClr val="1B1B1B"/>
                </a:solidFill>
                <a:latin typeface="Calibri" pitchFamily="34" charset="0"/>
                <a:ea typeface="Calibri" pitchFamily="34" charset="-122"/>
                <a:cs typeface="Calibri" pitchFamily="34" charset="-120"/>
              </a:rPr>
              <a:t> Do it in session — with the client present — and you leave with nothing left to write.</a:t>
            </a:r>
            <a:endParaRPr lang="en-US" sz="930" dirty="0"/>
          </a:p>
        </p:txBody>
      </p:sp>
      <p:pic>
        <p:nvPicPr>
          <p:cNvPr id="4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04346" y="4705359"/>
            <a:ext cx="132588" cy="1325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75" y="44128"/>
            <a:ext cx="9144000" cy="5143500"/>
          </a:xfrm>
          <a:prstGeom prst="rect">
            <a:avLst/>
          </a:prstGeom>
          <a:gradFill rotWithShape="1">
            <a:gsLst>
              <a:gs pos="0">
                <a:srgbClr val="FFFFFF">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0" y="0"/>
            <a:ext cx="2714030" cy="257175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4" name="Text 2"/>
          <p:cNvSpPr/>
          <p:nvPr/>
        </p:nvSpPr>
        <p:spPr>
          <a:xfrm>
            <a:off x="0" y="0"/>
            <a:ext cx="2143720" cy="2000250"/>
          </a:xfrm>
          <a:prstGeom prst="ellipse">
            <a:avLst/>
          </a:prstGeom>
          <a:noFill/>
          <a:ln w="9525">
            <a:solidFill>
              <a:srgbClr val="FFFFFF">
                <a:alpha val="6000"/>
              </a:srgbClr>
            </a:solidFill>
          </a:ln>
        </p:spPr>
        <p:txBody>
          <a:bodyPr wrap="square" rtlCol="0" anchor="t"/>
          <a:lstStyle/>
          <a:p>
            <a:pPr marL="0" indent="0">
              <a:buNone/>
            </a:pPr>
            <a:endParaRPr lang="en-US" dirty="0"/>
          </a:p>
        </p:txBody>
      </p:sp>
      <p:sp>
        <p:nvSpPr>
          <p:cNvPr id="5" name="Text 3"/>
          <p:cNvSpPr/>
          <p:nvPr/>
        </p:nvSpPr>
        <p:spPr>
          <a:xfrm>
            <a:off x="6428780" y="2714030"/>
            <a:ext cx="2715220" cy="2429470"/>
          </a:xfrm>
          <a:prstGeom prst="ellipse">
            <a:avLst/>
          </a:prstGeom>
          <a:noFill/>
          <a:ln w="9525">
            <a:solidFill>
              <a:srgbClr val="FAB753">
                <a:alpha val="7000"/>
              </a:srgbClr>
            </a:solidFill>
          </a:ln>
        </p:spPr>
        <p:txBody>
          <a:bodyPr wrap="square" rtlCol="0" anchor="t"/>
          <a:lstStyle/>
          <a:p>
            <a:pPr marL="0" indent="0">
              <a:buNone/>
            </a:pPr>
            <a:endParaRPr lang="en-US" dirty="0"/>
          </a:p>
        </p:txBody>
      </p:sp>
      <p:sp>
        <p:nvSpPr>
          <p:cNvPr id="6" name="Text 4"/>
          <p:cNvSpPr/>
          <p:nvPr/>
        </p:nvSpPr>
        <p:spPr>
          <a:xfrm>
            <a:off x="7287220" y="3499991"/>
            <a:ext cx="1856780" cy="1643509"/>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7" name="Text 5"/>
          <p:cNvSpPr/>
          <p:nvPr/>
        </p:nvSpPr>
        <p:spPr>
          <a:xfrm>
            <a:off x="0" y="0"/>
            <a:ext cx="9144000" cy="35421"/>
          </a:xfrm>
          <a:prstGeom prst="rect">
            <a:avLst/>
          </a:prstGeom>
          <a:gradFill rotWithShape="1">
            <a:gsLst>
              <a:gs pos="0">
                <a:srgbClr val="FAB753"/>
              </a:gs>
              <a:gs pos="60000">
                <a:srgbClr val="F5A623"/>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400050" y="571500"/>
            <a:ext cx="21580" cy="4142780"/>
          </a:xfrm>
          <a:prstGeom prst="roundRect">
            <a:avLst>
              <a:gd name="adj" fmla="val 64736"/>
            </a:avLst>
          </a:prstGeom>
          <a:gradFill rotWithShape="1">
            <a:gsLst>
              <a:gs pos="0">
                <a:srgbClr val="000000">
                  <a:alpha val="0"/>
                </a:srgbClr>
              </a:gs>
              <a:gs pos="30000">
                <a:srgbClr val="FAB753">
                  <a:alpha val="40000"/>
                </a:srgbClr>
              </a:gs>
              <a:gs pos="80000">
                <a:srgbClr val="FAB753">
                  <a:alpha val="15000"/>
                </a:srgbClr>
              </a:gs>
              <a:gs pos="100000">
                <a:srgbClr val="000000">
                  <a:alpha val="0"/>
                </a:srgbClr>
              </a:gs>
            </a:gsLst>
            <a:lin ang="5400000" scaled="1"/>
          </a:gradFill>
          <a:ln/>
        </p:spPr>
        <p:txBody>
          <a:bodyPr wrap="square" rtlCol="0" anchor="t"/>
          <a:lstStyle/>
          <a:p>
            <a:pPr marL="0" indent="0">
              <a:buNone/>
            </a:pPr>
            <a:endParaRPr lang="en-US" dirty="0"/>
          </a:p>
        </p:txBody>
      </p:sp>
      <p:sp>
        <p:nvSpPr>
          <p:cNvPr id="9" name="Text 7"/>
          <p:cNvSpPr/>
          <p:nvPr/>
        </p:nvSpPr>
        <p:spPr>
          <a:xfrm>
            <a:off x="8722370" y="571500"/>
            <a:ext cx="21580" cy="4142780"/>
          </a:xfrm>
          <a:prstGeom prst="roundRect">
            <a:avLst>
              <a:gd name="adj" fmla="val 64736"/>
            </a:avLst>
          </a:prstGeom>
          <a:gradFill rotWithShape="1">
            <a:gsLst>
              <a:gs pos="0">
                <a:srgbClr val="000000">
                  <a:alpha val="0"/>
                </a:srgbClr>
              </a:gs>
              <a:gs pos="30000">
                <a:srgbClr val="FFFFFF">
                  <a:alpha val="10000"/>
                </a:srgbClr>
              </a:gs>
              <a:gs pos="80000">
                <a:srgbClr val="FFFFFF">
                  <a:alpha val="5000"/>
                </a:srgbClr>
              </a:gs>
              <a:gs pos="100000">
                <a:srgbClr val="000000">
                  <a:alpha val="0"/>
                </a:srgbClr>
              </a:gs>
            </a:gsLst>
            <a:lin ang="5400000" scaled="1"/>
          </a:gradFill>
          <a:ln/>
        </p:spPr>
        <p:txBody>
          <a:bodyPr wrap="square" rtlCol="0" anchor="t"/>
          <a:lstStyle/>
          <a:p>
            <a:pPr marL="0" indent="0">
              <a:buNone/>
            </a:pPr>
            <a:endParaRPr lang="en-US" dirty="0"/>
          </a:p>
        </p:txBody>
      </p:sp>
      <p:sp>
        <p:nvSpPr>
          <p:cNvPr id="10" name="Text 8"/>
          <p:cNvSpPr/>
          <p:nvPr/>
        </p:nvSpPr>
        <p:spPr>
          <a:xfrm>
            <a:off x="3158855" y="816769"/>
            <a:ext cx="2826142" cy="139005"/>
          </a:xfrm>
          <a:prstGeom prst="rect">
            <a:avLst/>
          </a:prstGeom>
          <a:noFill/>
          <a:ln/>
        </p:spPr>
        <p:txBody>
          <a:bodyPr wrap="none" lIns="0" tIns="0" rIns="0" bIns="0" rtlCol="0" anchor="t"/>
          <a:lstStyle/>
          <a:p>
            <a:pPr marL="0" indent="0" algn="ctr">
              <a:lnSpc>
                <a:spcPts val="1095"/>
              </a:lnSpc>
              <a:buNone/>
            </a:pPr>
            <a:endParaRPr lang="en-US" sz="730" dirty="0"/>
          </a:p>
        </p:txBody>
      </p:sp>
      <p:sp>
        <p:nvSpPr>
          <p:cNvPr id="11" name="Text 9"/>
          <p:cNvSpPr/>
          <p:nvPr/>
        </p:nvSpPr>
        <p:spPr>
          <a:xfrm>
            <a:off x="1924329" y="1099245"/>
            <a:ext cx="5295193" cy="510629"/>
          </a:xfrm>
          <a:prstGeom prst="rect">
            <a:avLst/>
          </a:prstGeom>
          <a:noFill/>
          <a:ln/>
        </p:spPr>
        <p:txBody>
          <a:bodyPr wrap="none" lIns="0" tIns="0" rIns="0" bIns="0" rtlCol="0" anchor="t"/>
          <a:lstStyle/>
          <a:p>
            <a:pPr marL="0" indent="0" algn="ctr">
              <a:lnSpc>
                <a:spcPts val="4022"/>
              </a:lnSpc>
              <a:spcAft>
                <a:spcPts val="790"/>
              </a:spcAft>
              <a:buNone/>
            </a:pPr>
            <a:endParaRPr lang="en-US" sz="3830" dirty="0"/>
          </a:p>
        </p:txBody>
      </p:sp>
      <p:sp>
        <p:nvSpPr>
          <p:cNvPr id="12" name="Text 10"/>
          <p:cNvSpPr/>
          <p:nvPr/>
        </p:nvSpPr>
        <p:spPr>
          <a:xfrm>
            <a:off x="1357015" y="1161538"/>
            <a:ext cx="4968627" cy="236190"/>
          </a:xfrm>
          <a:prstGeom prst="rect">
            <a:avLst/>
          </a:prstGeom>
          <a:noFill/>
          <a:ln/>
        </p:spPr>
        <p:txBody>
          <a:bodyPr wrap="none" lIns="0" tIns="0" rIns="0" bIns="0" rtlCol="0" anchor="t"/>
          <a:lstStyle/>
          <a:p>
            <a:pPr marL="0" indent="0" algn="ctr">
              <a:lnSpc>
                <a:spcPts val="1860"/>
              </a:lnSpc>
              <a:buNone/>
            </a:pPr>
            <a:r>
              <a:rPr lang="en-US" sz="1240" b="1" kern="0" spc="12" dirty="0">
                <a:solidFill>
                  <a:srgbClr val="FAB753"/>
                </a:solidFill>
                <a:latin typeface="Calibri" pitchFamily="34" charset="0"/>
                <a:ea typeface="Calibri" pitchFamily="34" charset="-122"/>
                <a:cs typeface="Calibri" pitchFamily="34" charset="-120"/>
              </a:rPr>
              <a:t>You now have what you need to use Eleos with confidence.</a:t>
            </a:r>
            <a:endParaRPr lang="en-US" sz="1240" dirty="0"/>
          </a:p>
        </p:txBody>
      </p:sp>
      <p:sp>
        <p:nvSpPr>
          <p:cNvPr id="14" name="Text 12"/>
          <p:cNvSpPr/>
          <p:nvPr/>
        </p:nvSpPr>
        <p:spPr>
          <a:xfrm>
            <a:off x="1857375" y="1587452"/>
            <a:ext cx="200620" cy="200620"/>
          </a:xfrm>
          <a:prstGeom prst="ellipse">
            <a:avLst/>
          </a:prstGeom>
          <a:solidFill>
            <a:srgbClr val="FAB753">
              <a:alpha val="18000"/>
            </a:srgbClr>
          </a:solidFill>
          <a:ln/>
        </p:spPr>
        <p:txBody>
          <a:bodyPr wrap="none" rtlCol="0" anchor="t"/>
          <a:lstStyle/>
          <a:p>
            <a:pPr marL="0" indent="0">
              <a:buNone/>
            </a:pPr>
            <a:endParaRPr lang="en-US" dirty="0"/>
          </a:p>
        </p:txBody>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317" y="1613306"/>
            <a:ext cx="132588" cy="132588"/>
          </a:xfrm>
          <a:prstGeom prst="rect">
            <a:avLst/>
          </a:prstGeom>
        </p:spPr>
      </p:pic>
      <p:sp>
        <p:nvSpPr>
          <p:cNvPr id="16" name="Text 13"/>
          <p:cNvSpPr/>
          <p:nvPr/>
        </p:nvSpPr>
        <p:spPr>
          <a:xfrm>
            <a:off x="2158305" y="1571774"/>
            <a:ext cx="4506144" cy="196900"/>
          </a:xfrm>
          <a:prstGeom prst="rect">
            <a:avLst/>
          </a:prstGeom>
          <a:noFill/>
          <a:ln/>
        </p:spPr>
        <p:txBody>
          <a:bodyPr wrap="none" lIns="0" tIns="0" rIns="0" bIns="0" rtlCol="0" anchor="ctr"/>
          <a:lstStyle/>
          <a:p>
            <a:pPr marL="0" indent="0" algn="l">
              <a:lnSpc>
                <a:spcPts val="1552"/>
              </a:lnSpc>
              <a:buNone/>
            </a:pPr>
            <a:r>
              <a:rPr lang="en-US" sz="1070" b="1" dirty="0">
                <a:solidFill>
                  <a:srgbClr val="FFFFFF">
                    <a:alpha val="95000"/>
                  </a:srgbClr>
                </a:solidFill>
                <a:latin typeface="Calibri" pitchFamily="34" charset="0"/>
                <a:ea typeface="Calibri" pitchFamily="34" charset="-122"/>
                <a:cs typeface="Calibri" pitchFamily="34" charset="-120"/>
              </a:rPr>
              <a:t>Log in before every session.</a:t>
            </a:r>
            <a:r>
              <a:rPr lang="en-US" sz="1070" dirty="0">
                <a:solidFill>
                  <a:srgbClr val="FFFFFF">
                    <a:alpha val="95000"/>
                  </a:srgbClr>
                </a:solidFill>
                <a:latin typeface="Calibri" pitchFamily="34" charset="0"/>
                <a:ea typeface="Calibri" pitchFamily="34" charset="-122"/>
                <a:cs typeface="Calibri" pitchFamily="34" charset="-120"/>
              </a:rPr>
              <a:t> Start before the first clinical question.</a:t>
            </a:r>
            <a:endParaRPr lang="en-US" sz="1070" dirty="0"/>
          </a:p>
        </p:txBody>
      </p:sp>
      <p:sp>
        <p:nvSpPr>
          <p:cNvPr id="17" name="Text 14"/>
          <p:cNvSpPr/>
          <p:nvPr/>
        </p:nvSpPr>
        <p:spPr>
          <a:xfrm>
            <a:off x="1857375" y="1887885"/>
            <a:ext cx="200620" cy="200620"/>
          </a:xfrm>
          <a:prstGeom prst="ellipse">
            <a:avLst/>
          </a:prstGeom>
          <a:solidFill>
            <a:srgbClr val="FAB753">
              <a:alpha val="18000"/>
            </a:srgbClr>
          </a:solidFill>
          <a:ln/>
        </p:spPr>
        <p:txBody>
          <a:bodyPr wrap="non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1317" y="1902372"/>
            <a:ext cx="132588" cy="132588"/>
          </a:xfrm>
          <a:prstGeom prst="rect">
            <a:avLst/>
          </a:prstGeom>
        </p:spPr>
      </p:pic>
      <p:sp>
        <p:nvSpPr>
          <p:cNvPr id="19" name="Text 15"/>
          <p:cNvSpPr/>
          <p:nvPr/>
        </p:nvSpPr>
        <p:spPr>
          <a:xfrm>
            <a:off x="2158305" y="1880295"/>
            <a:ext cx="3831491" cy="196900"/>
          </a:xfrm>
          <a:prstGeom prst="rect">
            <a:avLst/>
          </a:prstGeom>
          <a:noFill/>
          <a:ln/>
        </p:spPr>
        <p:txBody>
          <a:bodyPr wrap="none" lIns="0" tIns="0" rIns="0" bIns="0" rtlCol="0" anchor="ctr"/>
          <a:lstStyle/>
          <a:p>
            <a:pPr marL="0" indent="0" algn="l">
              <a:lnSpc>
                <a:spcPts val="1552"/>
              </a:lnSpc>
              <a:buNone/>
            </a:pPr>
            <a:r>
              <a:rPr lang="en-US" sz="1070" b="1" dirty="0">
                <a:solidFill>
                  <a:srgbClr val="FFFFFF">
                    <a:alpha val="95000"/>
                  </a:srgbClr>
                </a:solidFill>
                <a:latin typeface="Calibri" pitchFamily="34" charset="0"/>
                <a:ea typeface="Calibri" pitchFamily="34" charset="-122"/>
                <a:cs typeface="Calibri" pitchFamily="34" charset="-120"/>
              </a:rPr>
              <a:t>Stop 7–10 minutes early.</a:t>
            </a:r>
            <a:r>
              <a:rPr lang="en-US" sz="1070" dirty="0">
                <a:solidFill>
                  <a:srgbClr val="FFFFFF">
                    <a:alpha val="95000"/>
                  </a:srgbClr>
                </a:solidFill>
                <a:latin typeface="Calibri" pitchFamily="34" charset="0"/>
                <a:ea typeface="Calibri" pitchFamily="34" charset="-122"/>
                <a:cs typeface="Calibri" pitchFamily="34" charset="-120"/>
              </a:rPr>
              <a:t> Complete the note in the room.</a:t>
            </a:r>
            <a:endParaRPr lang="en-US" sz="1070" dirty="0"/>
          </a:p>
        </p:txBody>
      </p:sp>
      <p:sp>
        <p:nvSpPr>
          <p:cNvPr id="20" name="Text 16"/>
          <p:cNvSpPr/>
          <p:nvPr/>
        </p:nvSpPr>
        <p:spPr>
          <a:xfrm>
            <a:off x="1857375" y="2196406"/>
            <a:ext cx="200620" cy="200620"/>
          </a:xfrm>
          <a:prstGeom prst="ellipse">
            <a:avLst/>
          </a:prstGeom>
          <a:solidFill>
            <a:srgbClr val="FAB753">
              <a:alpha val="18000"/>
            </a:srgbClr>
          </a:solidFill>
          <a:ln/>
        </p:spPr>
        <p:txBody>
          <a:bodyPr wrap="non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91317" y="2229931"/>
            <a:ext cx="132588" cy="132588"/>
          </a:xfrm>
          <a:prstGeom prst="rect">
            <a:avLst/>
          </a:prstGeom>
        </p:spPr>
      </p:pic>
      <p:sp>
        <p:nvSpPr>
          <p:cNvPr id="22" name="Text 17"/>
          <p:cNvSpPr/>
          <p:nvPr/>
        </p:nvSpPr>
        <p:spPr>
          <a:xfrm>
            <a:off x="2158305" y="2188816"/>
            <a:ext cx="3468380" cy="196900"/>
          </a:xfrm>
          <a:prstGeom prst="rect">
            <a:avLst/>
          </a:prstGeom>
          <a:noFill/>
          <a:ln/>
        </p:spPr>
        <p:txBody>
          <a:bodyPr wrap="none" lIns="0" tIns="0" rIns="0" bIns="0" rtlCol="0" anchor="ctr"/>
          <a:lstStyle/>
          <a:p>
            <a:pPr marL="0" indent="0" algn="l">
              <a:lnSpc>
                <a:spcPts val="1552"/>
              </a:lnSpc>
              <a:buNone/>
            </a:pPr>
            <a:r>
              <a:rPr lang="en-US" sz="1070" b="1" dirty="0">
                <a:solidFill>
                  <a:srgbClr val="FFFFFF">
                    <a:alpha val="95000"/>
                  </a:srgbClr>
                </a:solidFill>
                <a:latin typeface="Calibri" pitchFamily="34" charset="0"/>
                <a:ea typeface="Calibri" pitchFamily="34" charset="-122"/>
                <a:cs typeface="Calibri" pitchFamily="34" charset="-120"/>
              </a:rPr>
              <a:t>Use the test environment</a:t>
            </a:r>
            <a:r>
              <a:rPr lang="en-US" sz="1070" dirty="0">
                <a:solidFill>
                  <a:srgbClr val="FFFFFF">
                    <a:alpha val="95000"/>
                  </a:srgbClr>
                </a:solidFill>
                <a:latin typeface="Calibri" pitchFamily="34" charset="0"/>
                <a:ea typeface="Calibri" pitchFamily="34" charset="-122"/>
                <a:cs typeface="Calibri" pitchFamily="34" charset="-120"/>
              </a:rPr>
              <a:t> to keep your skills sharp.</a:t>
            </a:r>
            <a:endParaRPr lang="en-US" sz="1070" dirty="0"/>
          </a:p>
        </p:txBody>
      </p:sp>
      <p:sp>
        <p:nvSpPr>
          <p:cNvPr id="23" name="Text 18"/>
          <p:cNvSpPr/>
          <p:nvPr/>
        </p:nvSpPr>
        <p:spPr>
          <a:xfrm>
            <a:off x="1415432" y="2833724"/>
            <a:ext cx="5286970" cy="660080"/>
          </a:xfrm>
          <a:prstGeom prst="rect">
            <a:avLst/>
          </a:prstGeom>
          <a:noFill/>
          <a:ln/>
        </p:spPr>
        <p:txBody>
          <a:bodyPr wrap="square" lIns="200660" tIns="128270" rIns="200660" bIns="12827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Eleos does not make you a faster note-writer. It makes documentation part of the session — so nothing follows you home.</a:t>
            </a:r>
            <a:endParaRPr lang="en-US" sz="900" dirty="0"/>
          </a:p>
        </p:txBody>
      </p:sp>
      <p:sp>
        <p:nvSpPr>
          <p:cNvPr id="24" name="Text 19"/>
          <p:cNvSpPr/>
          <p:nvPr/>
        </p:nvSpPr>
        <p:spPr>
          <a:xfrm>
            <a:off x="0" y="4828580"/>
            <a:ext cx="9144000" cy="346412"/>
          </a:xfrm>
          <a:prstGeom prst="rect">
            <a:avLst/>
          </a:prstGeom>
          <a:solidFill>
            <a:srgbClr val="000000">
              <a:alpha val="18000"/>
            </a:srgbClr>
          </a:solidFill>
          <a:ln/>
        </p:spPr>
        <p:txBody>
          <a:bodyPr wrap="none" lIns="0" tIns="0" rIns="0" bIns="0" rtlCol="0" anchor="ctr"/>
          <a:lstStyle/>
          <a:p>
            <a:pPr marL="0" indent="0" algn="ctr">
              <a:buNone/>
            </a:pPr>
            <a:r>
              <a:rPr lang="en-US" sz="680" kern="0" spc="41" dirty="0">
                <a:solidFill>
                  <a:srgbClr val="FAB753"/>
                </a:solidFill>
                <a:latin typeface="Calibri" pitchFamily="34" charset="0"/>
                <a:ea typeface="Calibri" pitchFamily="34" charset="-122"/>
                <a:cs typeface="Calibri" pitchFamily="34" charset="-120"/>
              </a:rPr>
              <a:t>Centerstone School-Based Clinical Training Series</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C5F73"/>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a:p>
        </p:txBody>
      </p:sp>
      <p:sp>
        <p:nvSpPr>
          <p:cNvPr id="8" name="Eyebrow"/>
          <p:cNvSpPr/>
          <p:nvPr/>
        </p:nvSpPr>
        <p:spPr>
          <a:xfrm>
            <a:off x="3019728" y="620628"/>
            <a:ext cx="2999779" cy="99725"/>
          </a:xfrm>
          <a:prstGeom prst="rect">
            <a:avLst/>
          </a:prstGeom>
          <a:noFill/>
          <a:ln/>
        </p:spPr>
        <p:txBody>
          <a:bodyPr wrap="square" lIns="0" tIns="0" rIns="0" bIns="0" rtlCol="0" anchor="t"/>
          <a:lstStyle/>
          <a:p>
            <a:pPr marL="0" indent="0" algn="ctr">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Accent Line Top"/>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10" name="Title"/>
          <p:cNvSpPr/>
          <p:nvPr/>
        </p:nvSpPr>
        <p:spPr>
          <a:xfrm>
            <a:off x="1658803" y="1125251"/>
            <a:ext cx="5826393"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Eleos: Putting it into Practice</a:t>
            </a:r>
            <a:endParaRPr lang="en-US" sz="4050" dirty="0"/>
          </a:p>
        </p:txBody>
      </p:sp>
      <p:sp>
        <p:nvSpPr>
          <p:cNvPr id="11" name="Accent Line Bottom"/>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12" name="Message"/>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17" name="Survey Link Placeholde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sp>
        <p:nvSpPr>
          <p:cNvPr id="15" name="Bottom Accent"/>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2184</Words>
  <Application>Microsoft Macintosh PowerPoint</Application>
  <PresentationFormat>On-screen Show (16:9)</PresentationFormat>
  <Paragraphs>264</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4</cp:revision>
  <dcterms:created xsi:type="dcterms:W3CDTF">2026-06-11T01:32:49Z</dcterms:created>
  <dcterms:modified xsi:type="dcterms:W3CDTF">2026-07-08T00:55:26Z</dcterms:modified>
</cp:coreProperties>
</file>