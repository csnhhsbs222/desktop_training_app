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75"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A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2"/>
    <p:restoredTop sz="88596"/>
  </p:normalViewPr>
  <p:slideViewPr>
    <p:cSldViewPr snapToGrid="0" snapToObjects="1">
      <p:cViewPr varScale="1">
        <p:scale>
          <a:sx n="58" d="100"/>
          <a:sy n="58" d="100"/>
        </p:scale>
        <p:origin x="232" y="9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75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begin a 30-minute countdown time, click on the top of the yellow bar.  (For card flip animations and timer, you must be playing the slide show).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top of the yellow bar to begin a 30-minute countdown timer.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orms.office.com/r/EXVCQtPbti"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A46"/>
        </a:solidFill>
        <a:effectLst/>
      </p:bgPr>
    </p:bg>
    <p:spTree>
      <p:nvGrpSpPr>
        <p:cNvPr id="1" name=""/>
        <p:cNvGrpSpPr/>
        <p:nvPr/>
      </p:nvGrpSpPr>
      <p:grpSpPr>
        <a:xfrm>
          <a:off x="0" y="0"/>
          <a:ext cx="0" cy="0"/>
          <a:chOff x="0" y="0"/>
          <a:chExt cx="0" cy="0"/>
        </a:xfrm>
      </p:grpSpPr>
      <p:sp>
        <p:nvSpPr>
          <p:cNvPr id="2" name="Shape 0"/>
          <p:cNvSpPr/>
          <p:nvPr/>
        </p:nvSpPr>
        <p:spPr>
          <a:xfrm>
            <a:off x="7772" y="6729984"/>
            <a:ext cx="12191695" cy="128016"/>
          </a:xfrm>
          <a:prstGeom prst="rect">
            <a:avLst/>
          </a:prstGeom>
          <a:solidFill>
            <a:srgbClr val="FDBB55"/>
          </a:solidFill>
          <a:ln w="12700">
            <a:solidFill>
              <a:srgbClr val="FDBB55"/>
            </a:solidFill>
            <a:prstDash val="solid"/>
          </a:ln>
        </p:spPr>
        <p:txBody>
          <a:bodyPr/>
          <a:lstStyle/>
          <a:p>
            <a:endParaRPr lang="en-US"/>
          </a:p>
        </p:txBody>
      </p:sp>
      <p:sp>
        <p:nvSpPr>
          <p:cNvPr id="3" name="Shape 1"/>
          <p:cNvSpPr/>
          <p:nvPr/>
        </p:nvSpPr>
        <p:spPr>
          <a:xfrm>
            <a:off x="-228600" y="4480560"/>
            <a:ext cx="2103120" cy="2103120"/>
          </a:xfrm>
          <a:prstGeom prst="arc">
            <a:avLst/>
          </a:prstGeom>
          <a:noFill/>
          <a:ln w="12700">
            <a:solidFill>
              <a:srgbClr val="2F5961">
                <a:alpha val="45000"/>
              </a:srgbClr>
            </a:solidFill>
            <a:prstDash val="solid"/>
          </a:ln>
        </p:spPr>
        <p:txBody>
          <a:bodyPr/>
          <a:lstStyle/>
          <a:p>
            <a:endParaRPr lang="en-US"/>
          </a:p>
        </p:txBody>
      </p:sp>
      <p:sp>
        <p:nvSpPr>
          <p:cNvPr id="4" name="Shape 2"/>
          <p:cNvSpPr/>
          <p:nvPr/>
        </p:nvSpPr>
        <p:spPr>
          <a:xfrm>
            <a:off x="9144000" y="320040"/>
            <a:ext cx="2743200" cy="2743200"/>
          </a:xfrm>
          <a:prstGeom prst="arc">
            <a:avLst/>
          </a:prstGeom>
          <a:noFill/>
          <a:ln w="12700">
            <a:solidFill>
              <a:srgbClr val="2F5961">
                <a:alpha val="30000"/>
              </a:srgbClr>
            </a:solidFill>
            <a:prstDash val="solid"/>
          </a:ln>
        </p:spPr>
        <p:txBody>
          <a:bodyPr/>
          <a:lstStyle/>
          <a:p>
            <a:endParaRPr lang="en-US"/>
          </a:p>
        </p:txBody>
      </p:sp>
      <p:sp>
        <p:nvSpPr>
          <p:cNvPr id="5" name="Shape 3"/>
          <p:cNvSpPr/>
          <p:nvPr/>
        </p:nvSpPr>
        <p:spPr>
          <a:xfrm>
            <a:off x="8458200" y="502920"/>
            <a:ext cx="2926080" cy="3291840"/>
          </a:xfrm>
          <a:prstGeom prst="ellipse">
            <a:avLst/>
          </a:prstGeom>
          <a:solidFill>
            <a:srgbClr val="2C5963">
              <a:alpha val="28000"/>
            </a:srgbClr>
          </a:solidFill>
          <a:ln w="12700">
            <a:solidFill>
              <a:srgbClr val="2C5963">
                <a:alpha val="0"/>
              </a:srgbClr>
            </a:solidFill>
            <a:prstDash val="solid"/>
          </a:ln>
        </p:spPr>
        <p:txBody>
          <a:bodyPr/>
          <a:lstStyle/>
          <a:p>
            <a:endParaRPr lang="en-US"/>
          </a:p>
        </p:txBody>
      </p:sp>
      <p:sp>
        <p:nvSpPr>
          <p:cNvPr id="6" name="Text 4"/>
          <p:cNvSpPr/>
          <p:nvPr/>
        </p:nvSpPr>
        <p:spPr>
          <a:xfrm>
            <a:off x="0" y="2103120"/>
            <a:ext cx="12191695" cy="164592"/>
          </a:xfrm>
          <a:prstGeom prst="rect">
            <a:avLst/>
          </a:prstGeom>
          <a:noFill/>
          <a:ln/>
        </p:spPr>
        <p:txBody>
          <a:bodyPr wrap="square" lIns="0" tIns="0" rIns="0" bIns="0" rtlCol="0" anchor="ctr"/>
          <a:lstStyle/>
          <a:p>
            <a:pPr marL="0" indent="0" algn="ctr">
              <a:buNone/>
            </a:pPr>
            <a:r>
              <a:rPr lang="en-US" sz="800" b="1" dirty="0">
                <a:solidFill>
                  <a:srgbClr val="FDBB55"/>
                </a:solidFill>
              </a:rPr>
              <a:t>CENTERSTONE TENNESSEE SCHOOL-BASED CLINICAL TRAINING SERIES</a:t>
            </a:r>
            <a:endParaRPr lang="en-US" sz="800" dirty="0"/>
          </a:p>
        </p:txBody>
      </p:sp>
      <p:sp>
        <p:nvSpPr>
          <p:cNvPr id="7" name="Shape 5"/>
          <p:cNvSpPr/>
          <p:nvPr/>
        </p:nvSpPr>
        <p:spPr>
          <a:xfrm>
            <a:off x="5750118" y="2504661"/>
            <a:ext cx="640080" cy="0"/>
          </a:xfrm>
          <a:prstGeom prst="line">
            <a:avLst/>
          </a:prstGeom>
          <a:noFill/>
          <a:ln w="12700">
            <a:solidFill>
              <a:srgbClr val="FDBB55"/>
            </a:solidFill>
            <a:prstDash val="solid"/>
          </a:ln>
        </p:spPr>
        <p:txBody>
          <a:bodyPr/>
          <a:lstStyle/>
          <a:p>
            <a:endParaRPr lang="en-US"/>
          </a:p>
        </p:txBody>
      </p:sp>
      <p:sp>
        <p:nvSpPr>
          <p:cNvPr id="8" name="Text 6"/>
          <p:cNvSpPr/>
          <p:nvPr/>
        </p:nvSpPr>
        <p:spPr>
          <a:xfrm>
            <a:off x="1143000" y="2926080"/>
            <a:ext cx="9921240" cy="594360"/>
          </a:xfrm>
          <a:prstGeom prst="rect">
            <a:avLst/>
          </a:prstGeom>
          <a:noFill/>
          <a:ln/>
        </p:spPr>
        <p:txBody>
          <a:bodyPr wrap="square" lIns="0" tIns="0" rIns="0" bIns="0" rtlCol="0" anchor="ctr"/>
          <a:lstStyle/>
          <a:p>
            <a:pPr marL="0" indent="0" algn="ctr">
              <a:buNone/>
            </a:pPr>
            <a:r>
              <a:rPr lang="en-US" sz="3800" dirty="0">
                <a:solidFill>
                  <a:srgbClr val="FFFFFF"/>
                </a:solidFill>
                <a:latin typeface="Aptos Display" pitchFamily="34" charset="0"/>
                <a:ea typeface="Aptos Display" pitchFamily="34" charset="-122"/>
                <a:cs typeface="Aptos Display" pitchFamily="34" charset="-120"/>
              </a:rPr>
              <a:t>Welcome to the New Hire Group</a:t>
            </a:r>
            <a:endParaRPr lang="en-US" sz="3800" dirty="0"/>
          </a:p>
        </p:txBody>
      </p:sp>
      <p:sp>
        <p:nvSpPr>
          <p:cNvPr id="9" name="Shape 7"/>
          <p:cNvSpPr/>
          <p:nvPr/>
        </p:nvSpPr>
        <p:spPr>
          <a:xfrm>
            <a:off x="5524500" y="3896934"/>
            <a:ext cx="1143000" cy="0"/>
          </a:xfrm>
          <a:prstGeom prst="line">
            <a:avLst/>
          </a:prstGeom>
          <a:noFill/>
          <a:ln w="12700">
            <a:solidFill>
              <a:srgbClr val="7C6A4B"/>
            </a:solidFill>
            <a:prstDash val="solid"/>
          </a:ln>
        </p:spPr>
        <p:txBody>
          <a:bodyPr/>
          <a:lstStyle/>
          <a:p>
            <a:endParaRPr lang="en-US"/>
          </a:p>
        </p:txBody>
      </p:sp>
      <p:sp>
        <p:nvSpPr>
          <p:cNvPr id="11" name="Text 9"/>
          <p:cNvSpPr/>
          <p:nvPr/>
        </p:nvSpPr>
        <p:spPr>
          <a:xfrm>
            <a:off x="11201400" y="6537960"/>
            <a:ext cx="658368" cy="128016"/>
          </a:xfrm>
          <a:prstGeom prst="rect">
            <a:avLst/>
          </a:prstGeom>
          <a:noFill/>
          <a:ln/>
        </p:spPr>
        <p:txBody>
          <a:bodyPr wrap="square" lIns="0" tIns="0" rIns="0" bIns="0" rtlCol="0" anchor="ctr"/>
          <a:lstStyle/>
          <a:p>
            <a:pPr marL="0" indent="0" algn="r">
              <a:buNone/>
            </a:pPr>
            <a:r>
              <a:rPr lang="en-US" sz="720" dirty="0">
                <a:solidFill>
                  <a:srgbClr val="B5C0C1"/>
                </a:solidFill>
              </a:rPr>
              <a:t>June 2026</a:t>
            </a:r>
            <a:endParaRPr lang="en-US" sz="7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3A46"/>
        </a:solidFill>
        <a:effectLst/>
      </p:bgPr>
    </p:bg>
    <p:spTree>
      <p:nvGrpSpPr>
        <p:cNvPr id="1" name=""/>
        <p:cNvGrpSpPr/>
        <p:nvPr/>
      </p:nvGrpSpPr>
      <p:grpSpPr>
        <a:xfrm>
          <a:off x="0" y="0"/>
          <a:ext cx="0" cy="0"/>
          <a:chOff x="0" y="0"/>
          <a:chExt cx="0" cy="0"/>
        </a:xfrm>
      </p:grpSpPr>
      <p:sp>
        <p:nvSpPr>
          <p:cNvPr id="3" name="Shape 1"/>
          <p:cNvSpPr/>
          <p:nvPr/>
        </p:nvSpPr>
        <p:spPr>
          <a:xfrm>
            <a:off x="-228600" y="4480560"/>
            <a:ext cx="2103120" cy="2103120"/>
          </a:xfrm>
          <a:prstGeom prst="arc">
            <a:avLst/>
          </a:prstGeom>
          <a:noFill/>
          <a:ln w="12700">
            <a:solidFill>
              <a:srgbClr val="2F5961">
                <a:alpha val="45000"/>
              </a:srgbClr>
            </a:solidFill>
            <a:prstDash val="solid"/>
          </a:ln>
        </p:spPr>
        <p:txBody>
          <a:bodyPr/>
          <a:lstStyle/>
          <a:p>
            <a:endParaRPr lang="en-US"/>
          </a:p>
        </p:txBody>
      </p:sp>
      <p:sp>
        <p:nvSpPr>
          <p:cNvPr id="4" name="Shape 2"/>
          <p:cNvSpPr/>
          <p:nvPr/>
        </p:nvSpPr>
        <p:spPr>
          <a:xfrm>
            <a:off x="9144000" y="320040"/>
            <a:ext cx="2743200" cy="2743200"/>
          </a:xfrm>
          <a:prstGeom prst="arc">
            <a:avLst/>
          </a:prstGeom>
          <a:noFill/>
          <a:ln w="12700">
            <a:solidFill>
              <a:srgbClr val="2F5961">
                <a:alpha val="30000"/>
              </a:srgbClr>
            </a:solidFill>
            <a:prstDash val="solid"/>
          </a:ln>
        </p:spPr>
        <p:txBody>
          <a:bodyPr/>
          <a:lstStyle/>
          <a:p>
            <a:endParaRPr lang="en-US"/>
          </a:p>
        </p:txBody>
      </p:sp>
      <p:sp>
        <p:nvSpPr>
          <p:cNvPr id="5" name="Shape 3"/>
          <p:cNvSpPr/>
          <p:nvPr/>
        </p:nvSpPr>
        <p:spPr>
          <a:xfrm>
            <a:off x="8458200" y="502920"/>
            <a:ext cx="2926080" cy="3291840"/>
          </a:xfrm>
          <a:prstGeom prst="ellipse">
            <a:avLst/>
          </a:prstGeom>
          <a:solidFill>
            <a:srgbClr val="2C5963">
              <a:alpha val="28000"/>
            </a:srgbClr>
          </a:solidFill>
          <a:ln w="12700">
            <a:solidFill>
              <a:srgbClr val="2C5963">
                <a:alpha val="0"/>
              </a:srgbClr>
            </a:solidFill>
            <a:prstDash val="solid"/>
          </a:ln>
        </p:spPr>
        <p:txBody>
          <a:bodyPr/>
          <a:lstStyle/>
          <a:p>
            <a:endParaRPr lang="en-US"/>
          </a:p>
        </p:txBody>
      </p:sp>
      <p:sp>
        <p:nvSpPr>
          <p:cNvPr id="6" name="Text 4"/>
          <p:cNvSpPr/>
          <p:nvPr/>
        </p:nvSpPr>
        <p:spPr>
          <a:xfrm>
            <a:off x="457200" y="320040"/>
            <a:ext cx="4389120" cy="182880"/>
          </a:xfrm>
          <a:prstGeom prst="rect">
            <a:avLst/>
          </a:prstGeom>
          <a:noFill/>
          <a:ln/>
        </p:spPr>
        <p:txBody>
          <a:bodyPr wrap="square" lIns="0" tIns="0" rIns="0" bIns="0" rtlCol="0" anchor="ctr"/>
          <a:lstStyle/>
          <a:p>
            <a:pPr marL="0" indent="0">
              <a:buNone/>
            </a:pPr>
            <a:r>
              <a:rPr lang="en-US" sz="850" b="1">
                <a:solidFill>
                  <a:srgbClr val="FDBB55"/>
                </a:solidFill>
                <a:latin typeface="Aptos" pitchFamily="34" charset="0"/>
                <a:ea typeface="Aptos" pitchFamily="34" charset="-122"/>
                <a:cs typeface="Aptos" pitchFamily="34" charset="-120"/>
              </a:rPr>
              <a:t>CENTERSTONE CLINICAL TRAINING SERIES</a:t>
            </a:r>
            <a:endParaRPr lang="en-US" sz="850"/>
          </a:p>
        </p:txBody>
      </p:sp>
      <p:sp>
        <p:nvSpPr>
          <p:cNvPr id="7" name="Shape 5"/>
          <p:cNvSpPr/>
          <p:nvPr/>
        </p:nvSpPr>
        <p:spPr>
          <a:xfrm>
            <a:off x="457200" y="804672"/>
            <a:ext cx="11247120" cy="0"/>
          </a:xfrm>
          <a:prstGeom prst="line">
            <a:avLst/>
          </a:prstGeom>
          <a:noFill/>
          <a:ln w="12700">
            <a:solidFill>
              <a:srgbClr val="2B5660">
                <a:alpha val="40000"/>
              </a:srgbClr>
            </a:solidFill>
            <a:prstDash val="solid"/>
          </a:ln>
        </p:spPr>
        <p:txBody>
          <a:bodyPr/>
          <a:lstStyle/>
          <a:p>
            <a:endParaRPr lang="en-US"/>
          </a:p>
        </p:txBody>
      </p:sp>
      <p:sp>
        <p:nvSpPr>
          <p:cNvPr id="8" name="Text 6"/>
          <p:cNvSpPr/>
          <p:nvPr/>
        </p:nvSpPr>
        <p:spPr>
          <a:xfrm>
            <a:off x="548640" y="530352"/>
            <a:ext cx="7772400" cy="384048"/>
          </a:xfrm>
          <a:prstGeom prst="rect">
            <a:avLst/>
          </a:prstGeom>
          <a:noFill/>
          <a:ln/>
        </p:spPr>
        <p:txBody>
          <a:bodyPr wrap="square" lIns="0" tIns="0" rIns="0" bIns="0" rtlCol="0" anchor="ctr"/>
          <a:lstStyle/>
          <a:p>
            <a:pPr marL="0" indent="0">
              <a:buNone/>
            </a:pPr>
            <a:r>
              <a:rPr lang="en-US" sz="2500" b="1">
                <a:solidFill>
                  <a:srgbClr val="FDBB55"/>
                </a:solidFill>
                <a:latin typeface="Aptos Display" pitchFamily="34" charset="0"/>
                <a:ea typeface="Aptos Display" pitchFamily="34" charset="-122"/>
                <a:cs typeface="Aptos Display" pitchFamily="34" charset="-120"/>
              </a:rPr>
              <a:t>This week we will discuss:</a:t>
            </a:r>
            <a:endParaRPr lang="en-US" sz="2500"/>
          </a:p>
        </p:txBody>
      </p:sp>
      <p:sp>
        <p:nvSpPr>
          <p:cNvPr id="9" name="Text 7"/>
          <p:cNvSpPr/>
          <p:nvPr/>
        </p:nvSpPr>
        <p:spPr>
          <a:xfrm>
            <a:off x="548640" y="960120"/>
            <a:ext cx="8686800" cy="182880"/>
          </a:xfrm>
          <a:prstGeom prst="rect">
            <a:avLst/>
          </a:prstGeom>
          <a:noFill/>
          <a:ln/>
        </p:spPr>
        <p:txBody>
          <a:bodyPr wrap="square" lIns="0" tIns="0" rIns="0" bIns="0" rtlCol="0" anchor="ctr"/>
          <a:lstStyle/>
          <a:p>
            <a:pPr marL="0" indent="0">
              <a:buNone/>
            </a:pPr>
            <a:r>
              <a:rPr lang="en-US" sz="1050" b="1" dirty="0">
                <a:solidFill>
                  <a:srgbClr val="9FD2CF"/>
                </a:solidFill>
              </a:rPr>
              <a:t>Our first 30-minutes will be spent covering a brief check-in/homework review and a weekly topic.  Click the yellow bar to begin the timer.</a:t>
            </a:r>
            <a:endParaRPr lang="en-US" sz="1050" dirty="0"/>
          </a:p>
        </p:txBody>
      </p:sp>
      <p:grpSp>
        <p:nvGrpSpPr>
          <p:cNvPr id="112" name="back_week1">
            <a:extLst>
              <a:ext uri="{FF2B5EF4-FFF2-40B4-BE49-F238E27FC236}">
                <a16:creationId xmlns:a16="http://schemas.microsoft.com/office/drawing/2014/main" id="{F97CBF8B-420D-A33B-B9A0-169DCC46C39C}"/>
              </a:ext>
            </a:extLst>
          </p:cNvPr>
          <p:cNvGrpSpPr/>
          <p:nvPr/>
        </p:nvGrpSpPr>
        <p:grpSpPr>
          <a:xfrm>
            <a:off x="640080" y="1536192"/>
            <a:ext cx="2514600" cy="1508760"/>
            <a:chOff x="640080" y="1536192"/>
            <a:chExt cx="2514600" cy="1508760"/>
          </a:xfrm>
        </p:grpSpPr>
        <p:sp>
          <p:nvSpPr>
            <p:cNvPr id="10" name="back1"/>
            <p:cNvSpPr/>
            <p:nvPr/>
          </p:nvSpPr>
          <p:spPr>
            <a:xfrm>
              <a:off x="640080"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11" name="Group 110">
              <a:extLst>
                <a:ext uri="{FF2B5EF4-FFF2-40B4-BE49-F238E27FC236}">
                  <a16:creationId xmlns:a16="http://schemas.microsoft.com/office/drawing/2014/main" id="{F9DD2B6A-2F25-341B-D42D-D6F64E844DD6}"/>
                </a:ext>
              </a:extLst>
            </p:cNvPr>
            <p:cNvGrpSpPr/>
            <p:nvPr/>
          </p:nvGrpSpPr>
          <p:grpSpPr>
            <a:xfrm>
              <a:off x="804672" y="1645920"/>
              <a:ext cx="2185416" cy="1216152"/>
              <a:chOff x="804672" y="1645920"/>
              <a:chExt cx="2185416" cy="1216152"/>
            </a:xfrm>
          </p:grpSpPr>
          <p:sp>
            <p:nvSpPr>
              <p:cNvPr id="11" name="Shape 9"/>
              <p:cNvSpPr/>
              <p:nvPr/>
            </p:nvSpPr>
            <p:spPr>
              <a:xfrm>
                <a:off x="804672"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12" name="Text 10"/>
              <p:cNvSpPr/>
              <p:nvPr/>
            </p:nvSpPr>
            <p:spPr>
              <a:xfrm>
                <a:off x="960120" y="1700784"/>
                <a:ext cx="1920240" cy="182880"/>
              </a:xfrm>
              <a:prstGeom prst="rect">
                <a:avLst/>
              </a:prstGeom>
              <a:noFill/>
              <a:ln/>
            </p:spPr>
            <p:txBody>
              <a:bodyPr wrap="square" lIns="0" tIns="0" rIns="0" bIns="0" rtlCol="0" anchor="ctr"/>
              <a:lstStyle/>
              <a:p>
                <a:pPr marL="0" indent="0">
                  <a:buNone/>
                </a:pPr>
                <a:r>
                  <a:rPr lang="en-US" sz="1000" b="1">
                    <a:solidFill>
                      <a:srgbClr val="FDBB55"/>
                    </a:solidFill>
                  </a:rPr>
                  <a:t>Week 1</a:t>
                </a:r>
                <a:endParaRPr lang="en-US" sz="1000"/>
              </a:p>
            </p:txBody>
          </p:sp>
          <p:sp>
            <p:nvSpPr>
              <p:cNvPr id="13" name="Text 11"/>
              <p:cNvSpPr/>
              <p:nvPr/>
            </p:nvSpPr>
            <p:spPr>
              <a:xfrm>
                <a:off x="960120" y="1920240"/>
                <a:ext cx="1874520" cy="402336"/>
              </a:xfrm>
              <a:prstGeom prst="rect">
                <a:avLst/>
              </a:prstGeom>
              <a:noFill/>
              <a:ln/>
            </p:spPr>
            <p:txBody>
              <a:bodyPr wrap="square" lIns="381" tIns="381" rIns="381" bIns="381" rtlCol="0" anchor="ctr">
                <a:normAutofit/>
              </a:bodyPr>
              <a:lstStyle/>
              <a:p>
                <a:pPr marL="0" indent="0">
                  <a:buNone/>
                </a:pPr>
                <a:r>
                  <a:rPr lang="en-US" sz="1080" b="1">
                    <a:solidFill>
                      <a:srgbClr val="0E4E5F"/>
                    </a:solidFill>
                  </a:rPr>
                  <a:t>Welcome, Connection, and Professional Identity</a:t>
                </a:r>
                <a:endParaRPr lang="en-US" sz="1080"/>
              </a:p>
            </p:txBody>
          </p:sp>
          <p:sp>
            <p:nvSpPr>
              <p:cNvPr id="14" name="Text 12"/>
              <p:cNvSpPr/>
              <p:nvPr/>
            </p:nvSpPr>
            <p:spPr>
              <a:xfrm>
                <a:off x="960120" y="2450592"/>
                <a:ext cx="1892808" cy="365760"/>
              </a:xfrm>
              <a:prstGeom prst="rect">
                <a:avLst/>
              </a:prstGeom>
              <a:noFill/>
              <a:ln/>
            </p:spPr>
            <p:txBody>
              <a:bodyPr wrap="square" lIns="381" tIns="381" rIns="381" bIns="381" rtlCol="0" anchor="ctr">
                <a:normAutofit fontScale="85000" lnSpcReduction="10000"/>
              </a:bodyPr>
              <a:lstStyle/>
              <a:p>
                <a:r>
                  <a:rPr lang="en-US" sz="920">
                    <a:solidFill>
                      <a:srgbClr val="0E4E5F"/>
                    </a:solidFill>
                  </a:rPr>
                  <a:t>Part 1: Welcome and Group Structure</a:t>
                </a:r>
                <a:endParaRPr lang="en-US" sz="920"/>
              </a:p>
              <a:p>
                <a:r>
                  <a:rPr lang="en-US" sz="920">
                    <a:solidFill>
                      <a:srgbClr val="0E4E5F"/>
                    </a:solidFill>
                  </a:rPr>
                  <a:t>Part 2: Healthy Habits from Day One</a:t>
                </a:r>
                <a:endParaRPr lang="en-US" sz="920"/>
              </a:p>
              <a:p>
                <a:r>
                  <a:rPr lang="en-US" sz="920">
                    <a:solidFill>
                      <a:srgbClr val="0E4E5F"/>
                    </a:solidFill>
                  </a:rPr>
                  <a:t>Part 3: MASH Therapist Identity Exploration</a:t>
                </a:r>
                <a:endParaRPr lang="en-US" sz="920"/>
              </a:p>
            </p:txBody>
          </p:sp>
          <p:sp>
            <p:nvSpPr>
              <p:cNvPr id="15" name="Text 13"/>
              <p:cNvSpPr/>
              <p:nvPr/>
            </p:nvSpPr>
            <p:spPr>
              <a:xfrm>
                <a:off x="2770632" y="1645920"/>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14" name="back_week2">
            <a:extLst>
              <a:ext uri="{FF2B5EF4-FFF2-40B4-BE49-F238E27FC236}">
                <a16:creationId xmlns:a16="http://schemas.microsoft.com/office/drawing/2014/main" id="{5B6FA5A6-A288-C5C1-E58C-8C66A7A7A7AF}"/>
              </a:ext>
            </a:extLst>
          </p:cNvPr>
          <p:cNvGrpSpPr/>
          <p:nvPr/>
        </p:nvGrpSpPr>
        <p:grpSpPr>
          <a:xfrm>
            <a:off x="3447288" y="1536192"/>
            <a:ext cx="2514600" cy="1508760"/>
            <a:chOff x="3447288" y="1536192"/>
            <a:chExt cx="2514600" cy="1508760"/>
          </a:xfrm>
        </p:grpSpPr>
        <p:sp>
          <p:nvSpPr>
            <p:cNvPr id="16" name="back2"/>
            <p:cNvSpPr/>
            <p:nvPr/>
          </p:nvSpPr>
          <p:spPr>
            <a:xfrm>
              <a:off x="3447288"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13" name="Group 112">
              <a:extLst>
                <a:ext uri="{FF2B5EF4-FFF2-40B4-BE49-F238E27FC236}">
                  <a16:creationId xmlns:a16="http://schemas.microsoft.com/office/drawing/2014/main" id="{27E23A88-1E87-F04C-B6D9-EF4AEA1F5173}"/>
                </a:ext>
              </a:extLst>
            </p:cNvPr>
            <p:cNvGrpSpPr/>
            <p:nvPr/>
          </p:nvGrpSpPr>
          <p:grpSpPr>
            <a:xfrm>
              <a:off x="3611880" y="1645920"/>
              <a:ext cx="2185416" cy="1216152"/>
              <a:chOff x="3611880" y="1645920"/>
              <a:chExt cx="2185416" cy="1216152"/>
            </a:xfrm>
          </p:grpSpPr>
          <p:sp>
            <p:nvSpPr>
              <p:cNvPr id="17" name="Shape 15"/>
              <p:cNvSpPr/>
              <p:nvPr/>
            </p:nvSpPr>
            <p:spPr>
              <a:xfrm>
                <a:off x="3611880"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18" name="Text 16"/>
              <p:cNvSpPr/>
              <p:nvPr/>
            </p:nvSpPr>
            <p:spPr>
              <a:xfrm>
                <a:off x="3767328" y="1700784"/>
                <a:ext cx="1920240" cy="182880"/>
              </a:xfrm>
              <a:prstGeom prst="rect">
                <a:avLst/>
              </a:prstGeom>
              <a:noFill/>
              <a:ln/>
            </p:spPr>
            <p:txBody>
              <a:bodyPr wrap="square" lIns="0" tIns="0" rIns="0" bIns="0" rtlCol="0" anchor="ctr"/>
              <a:lstStyle/>
              <a:p>
                <a:pPr marL="0" indent="0">
                  <a:buNone/>
                </a:pPr>
                <a:r>
                  <a:rPr lang="en-US" sz="1000" b="1">
                    <a:solidFill>
                      <a:srgbClr val="FDBB55"/>
                    </a:solidFill>
                  </a:rPr>
                  <a:t>Week 2</a:t>
                </a:r>
                <a:endParaRPr lang="en-US" sz="1000"/>
              </a:p>
            </p:txBody>
          </p:sp>
          <p:sp>
            <p:nvSpPr>
              <p:cNvPr id="19" name="Text 17"/>
              <p:cNvSpPr/>
              <p:nvPr/>
            </p:nvSpPr>
            <p:spPr>
              <a:xfrm>
                <a:off x="3767328" y="1920240"/>
                <a:ext cx="1874520" cy="402336"/>
              </a:xfrm>
              <a:prstGeom prst="rect">
                <a:avLst/>
              </a:prstGeom>
              <a:noFill/>
              <a:ln/>
            </p:spPr>
            <p:txBody>
              <a:bodyPr wrap="square" lIns="381" tIns="381" rIns="381" bIns="381" rtlCol="0" anchor="ctr">
                <a:normAutofit fontScale="92500"/>
              </a:bodyPr>
              <a:lstStyle/>
              <a:p>
                <a:pPr marL="0" indent="0">
                  <a:buNone/>
                </a:pPr>
                <a:r>
                  <a:rPr lang="en-US" sz="1080" b="1">
                    <a:solidFill>
                      <a:srgbClr val="0E4E5F"/>
                    </a:solidFill>
                  </a:rPr>
                  <a:t>Self Care, Compassion Fatigue, and Sustainable Practice</a:t>
                </a:r>
                <a:endParaRPr lang="en-US" sz="1080"/>
              </a:p>
            </p:txBody>
          </p:sp>
          <p:sp>
            <p:nvSpPr>
              <p:cNvPr id="20" name="Text 18"/>
              <p:cNvSpPr/>
              <p:nvPr/>
            </p:nvSpPr>
            <p:spPr>
              <a:xfrm>
                <a:off x="3767328" y="2450592"/>
                <a:ext cx="1892808" cy="365760"/>
              </a:xfrm>
              <a:prstGeom prst="rect">
                <a:avLst/>
              </a:prstGeom>
              <a:noFill/>
              <a:ln/>
            </p:spPr>
            <p:txBody>
              <a:bodyPr wrap="square" lIns="381" tIns="381" rIns="381" bIns="381" rtlCol="0" anchor="ctr">
                <a:normAutofit fontScale="77500" lnSpcReduction="20000"/>
              </a:bodyPr>
              <a:lstStyle/>
              <a:p>
                <a:r>
                  <a:rPr lang="en-US" sz="920">
                    <a:solidFill>
                      <a:srgbClr val="0E4E5F"/>
                    </a:solidFill>
                  </a:rPr>
                  <a:t>Part 1: Self-Care Assessment</a:t>
                </a:r>
                <a:endParaRPr lang="en-US" sz="920"/>
              </a:p>
              <a:p>
                <a:r>
                  <a:rPr lang="en-US" sz="920">
                    <a:solidFill>
                      <a:srgbClr val="0E4E5F"/>
                    </a:solidFill>
                  </a:rPr>
                  <a:t>Part 2: Compassion Fatigue, Burnout, and Vicarious Trauma</a:t>
                </a:r>
                <a:endParaRPr lang="en-US" sz="920"/>
              </a:p>
              <a:p>
                <a:r>
                  <a:rPr lang="en-US" sz="920">
                    <a:solidFill>
                      <a:srgbClr val="0E4E5F"/>
                    </a:solidFill>
                  </a:rPr>
                  <a:t>Part 3: Breakout Conversations</a:t>
                </a:r>
                <a:endParaRPr lang="en-US" sz="920"/>
              </a:p>
            </p:txBody>
          </p:sp>
          <p:sp>
            <p:nvSpPr>
              <p:cNvPr id="21" name="Text 19"/>
              <p:cNvSpPr/>
              <p:nvPr/>
            </p:nvSpPr>
            <p:spPr>
              <a:xfrm>
                <a:off x="5577840" y="1645920"/>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16" name="back_week3">
            <a:extLst>
              <a:ext uri="{FF2B5EF4-FFF2-40B4-BE49-F238E27FC236}">
                <a16:creationId xmlns:a16="http://schemas.microsoft.com/office/drawing/2014/main" id="{FE1B48EB-3182-E836-2340-61B0313E0A12}"/>
              </a:ext>
            </a:extLst>
          </p:cNvPr>
          <p:cNvGrpSpPr/>
          <p:nvPr/>
        </p:nvGrpSpPr>
        <p:grpSpPr>
          <a:xfrm>
            <a:off x="6254496" y="1536192"/>
            <a:ext cx="2514600" cy="1508760"/>
            <a:chOff x="6254496" y="1536192"/>
            <a:chExt cx="2514600" cy="1508760"/>
          </a:xfrm>
        </p:grpSpPr>
        <p:sp>
          <p:nvSpPr>
            <p:cNvPr id="22" name="back3"/>
            <p:cNvSpPr/>
            <p:nvPr/>
          </p:nvSpPr>
          <p:spPr>
            <a:xfrm>
              <a:off x="6254496"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15" name="Group 114">
              <a:extLst>
                <a:ext uri="{FF2B5EF4-FFF2-40B4-BE49-F238E27FC236}">
                  <a16:creationId xmlns:a16="http://schemas.microsoft.com/office/drawing/2014/main" id="{D399CE65-2317-E591-AF8D-F41F736BBF6B}"/>
                </a:ext>
              </a:extLst>
            </p:cNvPr>
            <p:cNvGrpSpPr/>
            <p:nvPr/>
          </p:nvGrpSpPr>
          <p:grpSpPr>
            <a:xfrm>
              <a:off x="6419088" y="1645920"/>
              <a:ext cx="2185416" cy="1216152"/>
              <a:chOff x="6419088" y="1645920"/>
              <a:chExt cx="2185416" cy="1216152"/>
            </a:xfrm>
          </p:grpSpPr>
          <p:sp>
            <p:nvSpPr>
              <p:cNvPr id="23" name="Shape 21"/>
              <p:cNvSpPr/>
              <p:nvPr/>
            </p:nvSpPr>
            <p:spPr>
              <a:xfrm>
                <a:off x="6419088"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24" name="Text 22"/>
              <p:cNvSpPr/>
              <p:nvPr/>
            </p:nvSpPr>
            <p:spPr>
              <a:xfrm>
                <a:off x="6574536" y="1700784"/>
                <a:ext cx="1920240" cy="182880"/>
              </a:xfrm>
              <a:prstGeom prst="rect">
                <a:avLst/>
              </a:prstGeom>
              <a:noFill/>
              <a:ln/>
            </p:spPr>
            <p:txBody>
              <a:bodyPr wrap="square" lIns="0" tIns="0" rIns="0" bIns="0" rtlCol="0" anchor="ctr"/>
              <a:lstStyle/>
              <a:p>
                <a:pPr marL="0" indent="0">
                  <a:buNone/>
                </a:pPr>
                <a:r>
                  <a:rPr lang="en-US" sz="1000" b="1">
                    <a:solidFill>
                      <a:srgbClr val="FDBB55"/>
                    </a:solidFill>
                  </a:rPr>
                  <a:t>Week 3</a:t>
                </a:r>
                <a:endParaRPr lang="en-US" sz="1000"/>
              </a:p>
            </p:txBody>
          </p:sp>
          <p:sp>
            <p:nvSpPr>
              <p:cNvPr id="25" name="Text 23"/>
              <p:cNvSpPr/>
              <p:nvPr/>
            </p:nvSpPr>
            <p:spPr>
              <a:xfrm>
                <a:off x="6574536" y="1920240"/>
                <a:ext cx="1874520" cy="402336"/>
              </a:xfrm>
              <a:prstGeom prst="rect">
                <a:avLst/>
              </a:prstGeom>
              <a:noFill/>
              <a:ln/>
            </p:spPr>
            <p:txBody>
              <a:bodyPr wrap="square" lIns="381" tIns="381" rIns="381" bIns="381" rtlCol="0" anchor="ctr">
                <a:normAutofit/>
              </a:bodyPr>
              <a:lstStyle/>
              <a:p>
                <a:pPr marL="0" indent="0">
                  <a:buNone/>
                </a:pPr>
                <a:r>
                  <a:rPr lang="en-US" sz="1080" b="1">
                    <a:solidFill>
                      <a:srgbClr val="0E4E5F"/>
                    </a:solidFill>
                  </a:rPr>
                  <a:t>Email Mastery and Workflow Foundations</a:t>
                </a:r>
                <a:endParaRPr lang="en-US" sz="1080"/>
              </a:p>
            </p:txBody>
          </p:sp>
          <p:sp>
            <p:nvSpPr>
              <p:cNvPr id="26" name="Text 24"/>
              <p:cNvSpPr/>
              <p:nvPr/>
            </p:nvSpPr>
            <p:spPr>
              <a:xfrm>
                <a:off x="6574536" y="2450592"/>
                <a:ext cx="1892808" cy="365760"/>
              </a:xfrm>
              <a:prstGeom prst="rect">
                <a:avLst/>
              </a:prstGeom>
              <a:noFill/>
              <a:ln/>
            </p:spPr>
            <p:txBody>
              <a:bodyPr wrap="square" lIns="381" tIns="381" rIns="381" bIns="381" rtlCol="0" anchor="ctr">
                <a:normAutofit fontScale="85000" lnSpcReduction="10000"/>
              </a:bodyPr>
              <a:lstStyle/>
              <a:p>
                <a:r>
                  <a:rPr lang="en-US" sz="920">
                    <a:solidFill>
                      <a:srgbClr val="0E4E5F"/>
                    </a:solidFill>
                  </a:rPr>
                  <a:t>Part 1: Protect Your Administrative Time</a:t>
                </a:r>
                <a:endParaRPr lang="en-US" sz="920"/>
              </a:p>
              <a:p>
                <a:r>
                  <a:rPr lang="en-US" sz="920">
                    <a:solidFill>
                      <a:srgbClr val="0E4E5F"/>
                    </a:solidFill>
                  </a:rPr>
                  <a:t>Part 2: Hands-On Activity</a:t>
                </a:r>
                <a:endParaRPr lang="en-US" sz="920"/>
              </a:p>
              <a:p>
                <a:r>
                  <a:rPr lang="en-US" sz="920">
                    <a:solidFill>
                      <a:srgbClr val="0E4E5F"/>
                    </a:solidFill>
                  </a:rPr>
                  <a:t>Part 3: Tips to Decrease Email Quantity</a:t>
                </a:r>
                <a:endParaRPr lang="en-US" sz="920"/>
              </a:p>
            </p:txBody>
          </p:sp>
          <p:sp>
            <p:nvSpPr>
              <p:cNvPr id="27" name="Text 25"/>
              <p:cNvSpPr/>
              <p:nvPr/>
            </p:nvSpPr>
            <p:spPr>
              <a:xfrm>
                <a:off x="8385048" y="1645920"/>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18" name="back_week4">
            <a:extLst>
              <a:ext uri="{FF2B5EF4-FFF2-40B4-BE49-F238E27FC236}">
                <a16:creationId xmlns:a16="http://schemas.microsoft.com/office/drawing/2014/main" id="{0DC84D6B-5A81-8953-D78F-7C5286D7F188}"/>
              </a:ext>
            </a:extLst>
          </p:cNvPr>
          <p:cNvGrpSpPr/>
          <p:nvPr/>
        </p:nvGrpSpPr>
        <p:grpSpPr>
          <a:xfrm>
            <a:off x="9061704" y="1536192"/>
            <a:ext cx="2514600" cy="1508760"/>
            <a:chOff x="9061704" y="1536192"/>
            <a:chExt cx="2514600" cy="1508760"/>
          </a:xfrm>
        </p:grpSpPr>
        <p:sp>
          <p:nvSpPr>
            <p:cNvPr id="28" name="back4"/>
            <p:cNvSpPr/>
            <p:nvPr/>
          </p:nvSpPr>
          <p:spPr>
            <a:xfrm>
              <a:off x="9061704"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17" name="Group 116">
              <a:extLst>
                <a:ext uri="{FF2B5EF4-FFF2-40B4-BE49-F238E27FC236}">
                  <a16:creationId xmlns:a16="http://schemas.microsoft.com/office/drawing/2014/main" id="{FD387E08-527D-44B0-50E5-A45607EFE83E}"/>
                </a:ext>
              </a:extLst>
            </p:cNvPr>
            <p:cNvGrpSpPr/>
            <p:nvPr/>
          </p:nvGrpSpPr>
          <p:grpSpPr>
            <a:xfrm>
              <a:off x="9226296" y="1645920"/>
              <a:ext cx="2185416" cy="1216152"/>
              <a:chOff x="9226296" y="1645920"/>
              <a:chExt cx="2185416" cy="1216152"/>
            </a:xfrm>
          </p:grpSpPr>
          <p:sp>
            <p:nvSpPr>
              <p:cNvPr id="29" name="Shape 27"/>
              <p:cNvSpPr/>
              <p:nvPr/>
            </p:nvSpPr>
            <p:spPr>
              <a:xfrm>
                <a:off x="9226296"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30" name="Text 28"/>
              <p:cNvSpPr/>
              <p:nvPr/>
            </p:nvSpPr>
            <p:spPr>
              <a:xfrm>
                <a:off x="9381744" y="1700784"/>
                <a:ext cx="1920240" cy="182880"/>
              </a:xfrm>
              <a:prstGeom prst="rect">
                <a:avLst/>
              </a:prstGeom>
              <a:noFill/>
              <a:ln/>
            </p:spPr>
            <p:txBody>
              <a:bodyPr wrap="square" lIns="0" tIns="0" rIns="0" bIns="0" rtlCol="0" anchor="ctr"/>
              <a:lstStyle/>
              <a:p>
                <a:pPr marL="0" indent="0">
                  <a:buNone/>
                </a:pPr>
                <a:r>
                  <a:rPr lang="en-US" sz="1000" b="1">
                    <a:solidFill>
                      <a:srgbClr val="FDBB55"/>
                    </a:solidFill>
                  </a:rPr>
                  <a:t>Week 4</a:t>
                </a:r>
                <a:endParaRPr lang="en-US" sz="1000"/>
              </a:p>
            </p:txBody>
          </p:sp>
          <p:sp>
            <p:nvSpPr>
              <p:cNvPr id="31" name="Text 29"/>
              <p:cNvSpPr/>
              <p:nvPr/>
            </p:nvSpPr>
            <p:spPr>
              <a:xfrm>
                <a:off x="9381744" y="1920240"/>
                <a:ext cx="1874520" cy="402336"/>
              </a:xfrm>
              <a:prstGeom prst="rect">
                <a:avLst/>
              </a:prstGeom>
              <a:noFill/>
              <a:ln/>
            </p:spPr>
            <p:txBody>
              <a:bodyPr wrap="square" lIns="381" tIns="381" rIns="381" bIns="381" rtlCol="0" anchor="ctr">
                <a:normAutofit/>
              </a:bodyPr>
              <a:lstStyle/>
              <a:p>
                <a:pPr marL="0" indent="0">
                  <a:buNone/>
                </a:pPr>
                <a:r>
                  <a:rPr lang="en-US" sz="1080" b="1">
                    <a:solidFill>
                      <a:srgbClr val="0E4E5F"/>
                    </a:solidFill>
                  </a:rPr>
                  <a:t>Measurement Based Care and Minimal Initial Therapy</a:t>
                </a:r>
                <a:endParaRPr lang="en-US" sz="1080"/>
              </a:p>
            </p:txBody>
          </p:sp>
          <p:sp>
            <p:nvSpPr>
              <p:cNvPr id="32" name="Text 30"/>
              <p:cNvSpPr/>
              <p:nvPr/>
            </p:nvSpPr>
            <p:spPr>
              <a:xfrm>
                <a:off x="9381744" y="2450592"/>
                <a:ext cx="1892808" cy="365760"/>
              </a:xfrm>
              <a:prstGeom prst="rect">
                <a:avLst/>
              </a:prstGeom>
              <a:noFill/>
              <a:ln/>
            </p:spPr>
            <p:txBody>
              <a:bodyPr wrap="square" lIns="381" tIns="381" rIns="381" bIns="381" rtlCol="0" anchor="ctr">
                <a:normAutofit fontScale="55000" lnSpcReduction="20000"/>
              </a:bodyPr>
              <a:lstStyle/>
              <a:p>
                <a:r>
                  <a:rPr lang="en-US" sz="920">
                    <a:solidFill>
                      <a:srgbClr val="0E4E5F"/>
                    </a:solidFill>
                  </a:rPr>
                  <a:t>Part 1: Measurement Based Care</a:t>
                </a:r>
                <a:endParaRPr lang="en-US" sz="920"/>
              </a:p>
              <a:p>
                <a:r>
                  <a:rPr lang="en-US" sz="920">
                    <a:solidFill>
                      <a:srgbClr val="0E4E5F"/>
                    </a:solidFill>
                  </a:rPr>
                  <a:t>Part 2: Minimal Initial Therapy</a:t>
                </a:r>
                <a:endParaRPr lang="en-US" sz="920"/>
              </a:p>
              <a:p>
                <a:r>
                  <a:rPr lang="en-US" sz="920">
                    <a:solidFill>
                      <a:srgbClr val="0E4E5F"/>
                    </a:solidFill>
                  </a:rPr>
                  <a:t>Part 3: Assessment Overview</a:t>
                </a:r>
                <a:endParaRPr lang="en-US" sz="920"/>
              </a:p>
              <a:p>
                <a:r>
                  <a:rPr lang="en-US" sz="920">
                    <a:solidFill>
                      <a:srgbClr val="0E4E5F"/>
                    </a:solidFill>
                  </a:rPr>
                  <a:t>Part 4: Mental Status Exam</a:t>
                </a:r>
                <a:endParaRPr lang="en-US" sz="920"/>
              </a:p>
              <a:p>
                <a:r>
                  <a:rPr lang="en-US" sz="920">
                    <a:solidFill>
                      <a:srgbClr val="0E4E5F"/>
                    </a:solidFill>
                  </a:rPr>
                  <a:t>Part 5: Practice Time</a:t>
                </a:r>
                <a:endParaRPr lang="en-US" sz="920"/>
              </a:p>
            </p:txBody>
          </p:sp>
          <p:sp>
            <p:nvSpPr>
              <p:cNvPr id="33" name="Text 31"/>
              <p:cNvSpPr/>
              <p:nvPr/>
            </p:nvSpPr>
            <p:spPr>
              <a:xfrm>
                <a:off x="11192256" y="1645920"/>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20" name="back_week5">
            <a:extLst>
              <a:ext uri="{FF2B5EF4-FFF2-40B4-BE49-F238E27FC236}">
                <a16:creationId xmlns:a16="http://schemas.microsoft.com/office/drawing/2014/main" id="{A7542D1A-9B7A-577A-0660-775256F26E90}"/>
              </a:ext>
            </a:extLst>
          </p:cNvPr>
          <p:cNvGrpSpPr/>
          <p:nvPr/>
        </p:nvGrpSpPr>
        <p:grpSpPr>
          <a:xfrm>
            <a:off x="640080" y="3300984"/>
            <a:ext cx="2514600" cy="1508760"/>
            <a:chOff x="640080" y="3300984"/>
            <a:chExt cx="2514600" cy="1508760"/>
          </a:xfrm>
        </p:grpSpPr>
        <p:sp>
          <p:nvSpPr>
            <p:cNvPr id="34" name="back5"/>
            <p:cNvSpPr/>
            <p:nvPr/>
          </p:nvSpPr>
          <p:spPr>
            <a:xfrm>
              <a:off x="640080"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19" name="Group 118">
              <a:extLst>
                <a:ext uri="{FF2B5EF4-FFF2-40B4-BE49-F238E27FC236}">
                  <a16:creationId xmlns:a16="http://schemas.microsoft.com/office/drawing/2014/main" id="{97E6C1E6-C5D2-437F-3B17-AD2F5363D609}"/>
                </a:ext>
              </a:extLst>
            </p:cNvPr>
            <p:cNvGrpSpPr/>
            <p:nvPr/>
          </p:nvGrpSpPr>
          <p:grpSpPr>
            <a:xfrm>
              <a:off x="804672" y="3410712"/>
              <a:ext cx="2185416" cy="1216152"/>
              <a:chOff x="804672" y="3410712"/>
              <a:chExt cx="2185416" cy="1216152"/>
            </a:xfrm>
          </p:grpSpPr>
          <p:sp>
            <p:nvSpPr>
              <p:cNvPr id="35" name="Shape 33"/>
              <p:cNvSpPr/>
              <p:nvPr/>
            </p:nvSpPr>
            <p:spPr>
              <a:xfrm>
                <a:off x="804672"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36" name="Text 34"/>
              <p:cNvSpPr/>
              <p:nvPr/>
            </p:nvSpPr>
            <p:spPr>
              <a:xfrm>
                <a:off x="960120" y="3465576"/>
                <a:ext cx="1920240" cy="182880"/>
              </a:xfrm>
              <a:prstGeom prst="rect">
                <a:avLst/>
              </a:prstGeom>
              <a:noFill/>
              <a:ln/>
            </p:spPr>
            <p:txBody>
              <a:bodyPr wrap="square" lIns="0" tIns="0" rIns="0" bIns="0" rtlCol="0" anchor="ctr"/>
              <a:lstStyle/>
              <a:p>
                <a:pPr marL="0" indent="0">
                  <a:buNone/>
                </a:pPr>
                <a:r>
                  <a:rPr lang="en-US" sz="1000" b="1">
                    <a:solidFill>
                      <a:srgbClr val="FDBB55"/>
                    </a:solidFill>
                  </a:rPr>
                  <a:t>Week 5</a:t>
                </a:r>
                <a:endParaRPr lang="en-US" sz="1000"/>
              </a:p>
            </p:txBody>
          </p:sp>
          <p:sp>
            <p:nvSpPr>
              <p:cNvPr id="37" name="Text 35"/>
              <p:cNvSpPr/>
              <p:nvPr/>
            </p:nvSpPr>
            <p:spPr>
              <a:xfrm>
                <a:off x="960120" y="3685032"/>
                <a:ext cx="1874520" cy="402336"/>
              </a:xfrm>
              <a:prstGeom prst="rect">
                <a:avLst/>
              </a:prstGeom>
              <a:noFill/>
              <a:ln/>
            </p:spPr>
            <p:txBody>
              <a:bodyPr wrap="square" lIns="381" tIns="381" rIns="381" bIns="381" rtlCol="0" anchor="ctr">
                <a:normAutofit fontScale="92500" lnSpcReduction="20000"/>
              </a:bodyPr>
              <a:lstStyle/>
              <a:p>
                <a:pPr marL="0" indent="0">
                  <a:buNone/>
                </a:pPr>
                <a:r>
                  <a:rPr lang="en-US" sz="1080" b="1">
                    <a:solidFill>
                      <a:srgbClr val="0E4E5F"/>
                    </a:solidFill>
                  </a:rPr>
                  <a:t>Parent Engagement, Nonresponsive Families, and Ethical Discharge</a:t>
                </a:r>
                <a:endParaRPr lang="en-US" sz="1080"/>
              </a:p>
            </p:txBody>
          </p:sp>
          <p:sp>
            <p:nvSpPr>
              <p:cNvPr id="38" name="Text 36"/>
              <p:cNvSpPr/>
              <p:nvPr/>
            </p:nvSpPr>
            <p:spPr>
              <a:xfrm>
                <a:off x="960120" y="4215384"/>
                <a:ext cx="1892808" cy="365760"/>
              </a:xfrm>
              <a:prstGeom prst="rect">
                <a:avLst/>
              </a:prstGeom>
              <a:noFill/>
              <a:ln/>
            </p:spPr>
            <p:txBody>
              <a:bodyPr wrap="square" lIns="381" tIns="381" rIns="381" bIns="381" rtlCol="0" anchor="ctr">
                <a:normAutofit fontScale="77500" lnSpcReduction="20000"/>
              </a:bodyPr>
              <a:lstStyle/>
              <a:p>
                <a:r>
                  <a:rPr lang="en-US" sz="920">
                    <a:solidFill>
                      <a:srgbClr val="0E4E5F"/>
                    </a:solidFill>
                  </a:rPr>
                  <a:t>Part 1: Parent Engagement Strategies</a:t>
                </a:r>
                <a:endParaRPr lang="en-US" sz="920"/>
              </a:p>
              <a:p>
                <a:r>
                  <a:rPr lang="en-US" sz="920">
                    <a:solidFill>
                      <a:srgbClr val="0E4E5F"/>
                    </a:solidFill>
                  </a:rPr>
                  <a:t>Part 2: Nonresponsive Families and Ethical Closing</a:t>
                </a:r>
                <a:endParaRPr lang="en-US" sz="920"/>
              </a:p>
              <a:p>
                <a:r>
                  <a:rPr lang="en-US" sz="920">
                    <a:solidFill>
                      <a:srgbClr val="0E4E5F"/>
                    </a:solidFill>
                  </a:rPr>
                  <a:t>Part 3: Practice with a Partner</a:t>
                </a:r>
                <a:endParaRPr lang="en-US" sz="920"/>
              </a:p>
            </p:txBody>
          </p:sp>
          <p:sp>
            <p:nvSpPr>
              <p:cNvPr id="39" name="Text 37"/>
              <p:cNvSpPr/>
              <p:nvPr/>
            </p:nvSpPr>
            <p:spPr>
              <a:xfrm>
                <a:off x="2770632" y="3410712"/>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22" name="back_week6">
            <a:extLst>
              <a:ext uri="{FF2B5EF4-FFF2-40B4-BE49-F238E27FC236}">
                <a16:creationId xmlns:a16="http://schemas.microsoft.com/office/drawing/2014/main" id="{D22EF693-7CB8-EC05-CD49-AD951040EF99}"/>
              </a:ext>
            </a:extLst>
          </p:cNvPr>
          <p:cNvGrpSpPr/>
          <p:nvPr/>
        </p:nvGrpSpPr>
        <p:grpSpPr>
          <a:xfrm>
            <a:off x="3447288" y="3300984"/>
            <a:ext cx="2514600" cy="1508760"/>
            <a:chOff x="3447288" y="3300984"/>
            <a:chExt cx="2514600" cy="1508760"/>
          </a:xfrm>
        </p:grpSpPr>
        <p:sp>
          <p:nvSpPr>
            <p:cNvPr id="40" name="back6"/>
            <p:cNvSpPr/>
            <p:nvPr/>
          </p:nvSpPr>
          <p:spPr>
            <a:xfrm>
              <a:off x="3447288"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21" name="Group 120">
              <a:extLst>
                <a:ext uri="{FF2B5EF4-FFF2-40B4-BE49-F238E27FC236}">
                  <a16:creationId xmlns:a16="http://schemas.microsoft.com/office/drawing/2014/main" id="{D01BD002-DE2E-AF0B-5AC1-E03CEDCA2403}"/>
                </a:ext>
              </a:extLst>
            </p:cNvPr>
            <p:cNvGrpSpPr/>
            <p:nvPr/>
          </p:nvGrpSpPr>
          <p:grpSpPr>
            <a:xfrm>
              <a:off x="3611880" y="3410712"/>
              <a:ext cx="2185416" cy="1216152"/>
              <a:chOff x="3611880" y="3410712"/>
              <a:chExt cx="2185416" cy="1216152"/>
            </a:xfrm>
          </p:grpSpPr>
          <p:sp>
            <p:nvSpPr>
              <p:cNvPr id="41" name="Shape 39"/>
              <p:cNvSpPr/>
              <p:nvPr/>
            </p:nvSpPr>
            <p:spPr>
              <a:xfrm>
                <a:off x="3611880"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42" name="Text 40"/>
              <p:cNvSpPr/>
              <p:nvPr/>
            </p:nvSpPr>
            <p:spPr>
              <a:xfrm>
                <a:off x="3767328" y="3465576"/>
                <a:ext cx="1920240" cy="182880"/>
              </a:xfrm>
              <a:prstGeom prst="rect">
                <a:avLst/>
              </a:prstGeom>
              <a:noFill/>
              <a:ln/>
            </p:spPr>
            <p:txBody>
              <a:bodyPr wrap="square" lIns="0" tIns="0" rIns="0" bIns="0" rtlCol="0" anchor="ctr"/>
              <a:lstStyle/>
              <a:p>
                <a:pPr marL="0" indent="0">
                  <a:buNone/>
                </a:pPr>
                <a:r>
                  <a:rPr lang="en-US" sz="1000" b="1">
                    <a:solidFill>
                      <a:srgbClr val="FDBB55"/>
                    </a:solidFill>
                  </a:rPr>
                  <a:t>Week 6</a:t>
                </a:r>
                <a:endParaRPr lang="en-US" sz="1000"/>
              </a:p>
            </p:txBody>
          </p:sp>
          <p:sp>
            <p:nvSpPr>
              <p:cNvPr id="43" name="Text 41"/>
              <p:cNvSpPr/>
              <p:nvPr/>
            </p:nvSpPr>
            <p:spPr>
              <a:xfrm>
                <a:off x="3767328" y="3685032"/>
                <a:ext cx="1874520" cy="402336"/>
              </a:xfrm>
              <a:prstGeom prst="rect">
                <a:avLst/>
              </a:prstGeom>
              <a:noFill/>
              <a:ln/>
            </p:spPr>
            <p:txBody>
              <a:bodyPr wrap="square" lIns="381" tIns="381" rIns="381" bIns="381" rtlCol="0" anchor="ctr">
                <a:normAutofit/>
              </a:bodyPr>
              <a:lstStyle/>
              <a:p>
                <a:pPr marL="0" indent="0">
                  <a:buNone/>
                </a:pPr>
                <a:r>
                  <a:rPr lang="en-US" sz="1080" b="1">
                    <a:solidFill>
                      <a:srgbClr val="0E4E5F"/>
                    </a:solidFill>
                  </a:rPr>
                  <a:t>Crisis, School Protocols, and Unexpected Situations</a:t>
                </a:r>
                <a:endParaRPr lang="en-US" sz="1080"/>
              </a:p>
            </p:txBody>
          </p:sp>
          <p:sp>
            <p:nvSpPr>
              <p:cNvPr id="44" name="Text 42"/>
              <p:cNvSpPr/>
              <p:nvPr/>
            </p:nvSpPr>
            <p:spPr>
              <a:xfrm>
                <a:off x="3767328" y="4215384"/>
                <a:ext cx="1892808" cy="365760"/>
              </a:xfrm>
              <a:prstGeom prst="rect">
                <a:avLst/>
              </a:prstGeom>
              <a:noFill/>
              <a:ln/>
            </p:spPr>
            <p:txBody>
              <a:bodyPr wrap="square" lIns="381" tIns="381" rIns="381" bIns="381" rtlCol="0" anchor="ctr">
                <a:normAutofit/>
              </a:bodyPr>
              <a:lstStyle/>
              <a:p>
                <a:r>
                  <a:rPr lang="en-US" sz="920">
                    <a:solidFill>
                      <a:srgbClr val="0E4E5F"/>
                    </a:solidFill>
                  </a:rPr>
                  <a:t>Part 1: School Protocols</a:t>
                </a:r>
                <a:endParaRPr lang="en-US" sz="920"/>
              </a:p>
              <a:p>
                <a:r>
                  <a:rPr lang="en-US" sz="920">
                    <a:solidFill>
                      <a:srgbClr val="0E4E5F"/>
                    </a:solidFill>
                  </a:rPr>
                  <a:t>Part 2: Scenario Rapid Response</a:t>
                </a:r>
                <a:endParaRPr lang="en-US" sz="920"/>
              </a:p>
            </p:txBody>
          </p:sp>
          <p:sp>
            <p:nvSpPr>
              <p:cNvPr id="45" name="Text 43"/>
              <p:cNvSpPr/>
              <p:nvPr/>
            </p:nvSpPr>
            <p:spPr>
              <a:xfrm>
                <a:off x="5577840" y="3410712"/>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24" name="back_week7">
            <a:extLst>
              <a:ext uri="{FF2B5EF4-FFF2-40B4-BE49-F238E27FC236}">
                <a16:creationId xmlns:a16="http://schemas.microsoft.com/office/drawing/2014/main" id="{4F58459E-E572-2A79-10CA-731CB663FD1E}"/>
              </a:ext>
            </a:extLst>
          </p:cNvPr>
          <p:cNvGrpSpPr/>
          <p:nvPr/>
        </p:nvGrpSpPr>
        <p:grpSpPr>
          <a:xfrm>
            <a:off x="6254496" y="3300984"/>
            <a:ext cx="2514600" cy="1508760"/>
            <a:chOff x="6254496" y="3300984"/>
            <a:chExt cx="2514600" cy="1508760"/>
          </a:xfrm>
        </p:grpSpPr>
        <p:sp>
          <p:nvSpPr>
            <p:cNvPr id="46" name="back7"/>
            <p:cNvSpPr/>
            <p:nvPr/>
          </p:nvSpPr>
          <p:spPr>
            <a:xfrm>
              <a:off x="6254496"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23" name="Group 122">
              <a:extLst>
                <a:ext uri="{FF2B5EF4-FFF2-40B4-BE49-F238E27FC236}">
                  <a16:creationId xmlns:a16="http://schemas.microsoft.com/office/drawing/2014/main" id="{4C2A6A75-6ACC-786B-8559-D748552A8CC8}"/>
                </a:ext>
              </a:extLst>
            </p:cNvPr>
            <p:cNvGrpSpPr/>
            <p:nvPr/>
          </p:nvGrpSpPr>
          <p:grpSpPr>
            <a:xfrm>
              <a:off x="6419088" y="3410712"/>
              <a:ext cx="2185416" cy="1216152"/>
              <a:chOff x="6419088" y="3410712"/>
              <a:chExt cx="2185416" cy="1216152"/>
            </a:xfrm>
          </p:grpSpPr>
          <p:sp>
            <p:nvSpPr>
              <p:cNvPr id="47" name="Shape 45"/>
              <p:cNvSpPr/>
              <p:nvPr/>
            </p:nvSpPr>
            <p:spPr>
              <a:xfrm>
                <a:off x="6419088"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48" name="Text 46"/>
              <p:cNvSpPr/>
              <p:nvPr/>
            </p:nvSpPr>
            <p:spPr>
              <a:xfrm>
                <a:off x="6574536" y="3465576"/>
                <a:ext cx="1920240" cy="182880"/>
              </a:xfrm>
              <a:prstGeom prst="rect">
                <a:avLst/>
              </a:prstGeom>
              <a:noFill/>
              <a:ln/>
            </p:spPr>
            <p:txBody>
              <a:bodyPr wrap="square" lIns="0" tIns="0" rIns="0" bIns="0" rtlCol="0" anchor="ctr"/>
              <a:lstStyle/>
              <a:p>
                <a:pPr marL="0" indent="0">
                  <a:buNone/>
                </a:pPr>
                <a:r>
                  <a:rPr lang="en-US" sz="1000" b="1">
                    <a:solidFill>
                      <a:srgbClr val="FDBB55"/>
                    </a:solidFill>
                  </a:rPr>
                  <a:t>Week 7</a:t>
                </a:r>
                <a:endParaRPr lang="en-US" sz="1000"/>
              </a:p>
            </p:txBody>
          </p:sp>
          <p:sp>
            <p:nvSpPr>
              <p:cNvPr id="49" name="Text 47"/>
              <p:cNvSpPr/>
              <p:nvPr/>
            </p:nvSpPr>
            <p:spPr>
              <a:xfrm>
                <a:off x="6574536" y="3685032"/>
                <a:ext cx="1874520" cy="402336"/>
              </a:xfrm>
              <a:prstGeom prst="rect">
                <a:avLst/>
              </a:prstGeom>
              <a:noFill/>
              <a:ln/>
            </p:spPr>
            <p:txBody>
              <a:bodyPr wrap="square" lIns="381" tIns="381" rIns="381" bIns="381" rtlCol="0" anchor="ctr">
                <a:normAutofit/>
              </a:bodyPr>
              <a:lstStyle/>
              <a:p>
                <a:pPr marL="0" indent="0">
                  <a:buNone/>
                </a:pPr>
                <a:r>
                  <a:rPr lang="en-US" sz="1080" b="1">
                    <a:solidFill>
                      <a:srgbClr val="0E4E5F"/>
                    </a:solidFill>
                  </a:rPr>
                  <a:t>Intervention Exchange</a:t>
                </a:r>
                <a:endParaRPr lang="en-US" sz="1080"/>
              </a:p>
            </p:txBody>
          </p:sp>
          <p:sp>
            <p:nvSpPr>
              <p:cNvPr id="50" name="Text 48"/>
              <p:cNvSpPr/>
              <p:nvPr/>
            </p:nvSpPr>
            <p:spPr>
              <a:xfrm>
                <a:off x="6574536" y="4215384"/>
                <a:ext cx="1892808" cy="365760"/>
              </a:xfrm>
              <a:prstGeom prst="rect">
                <a:avLst/>
              </a:prstGeom>
              <a:noFill/>
              <a:ln/>
            </p:spPr>
            <p:txBody>
              <a:bodyPr wrap="square" lIns="381" tIns="381" rIns="381" bIns="381" rtlCol="0" anchor="ctr">
                <a:normAutofit fontScale="92500" lnSpcReduction="20000"/>
              </a:bodyPr>
              <a:lstStyle/>
              <a:p>
                <a:r>
                  <a:rPr lang="en-US" sz="920">
                    <a:solidFill>
                      <a:srgbClr val="0E4E5F"/>
                    </a:solidFill>
                  </a:rPr>
                  <a:t>Part 1: Invisible Backpack</a:t>
                </a:r>
                <a:endParaRPr lang="en-US" sz="920"/>
              </a:p>
              <a:p>
                <a:r>
                  <a:rPr lang="en-US" sz="920">
                    <a:solidFill>
                      <a:srgbClr val="0E4E5F"/>
                    </a:solidFill>
                  </a:rPr>
                  <a:t>Part 2: Soundtrack of a Turning Point</a:t>
                </a:r>
                <a:endParaRPr lang="en-US" sz="920"/>
              </a:p>
              <a:p>
                <a:r>
                  <a:rPr lang="en-US" sz="920">
                    <a:solidFill>
                      <a:srgbClr val="0E4E5F"/>
                    </a:solidFill>
                  </a:rPr>
                  <a:t>Part 3: Break and Release Ritual</a:t>
                </a:r>
                <a:endParaRPr lang="en-US" sz="920"/>
              </a:p>
            </p:txBody>
          </p:sp>
          <p:sp>
            <p:nvSpPr>
              <p:cNvPr id="51" name="Text 49"/>
              <p:cNvSpPr/>
              <p:nvPr/>
            </p:nvSpPr>
            <p:spPr>
              <a:xfrm>
                <a:off x="8385048" y="3410712"/>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26" name="baclk_week8">
            <a:extLst>
              <a:ext uri="{FF2B5EF4-FFF2-40B4-BE49-F238E27FC236}">
                <a16:creationId xmlns:a16="http://schemas.microsoft.com/office/drawing/2014/main" id="{B712BFA1-114A-2D15-2263-6527A0517498}"/>
              </a:ext>
            </a:extLst>
          </p:cNvPr>
          <p:cNvGrpSpPr/>
          <p:nvPr/>
        </p:nvGrpSpPr>
        <p:grpSpPr>
          <a:xfrm>
            <a:off x="9061704" y="3300984"/>
            <a:ext cx="2514600" cy="1508760"/>
            <a:chOff x="9061704" y="3300984"/>
            <a:chExt cx="2514600" cy="1508760"/>
          </a:xfrm>
        </p:grpSpPr>
        <p:sp>
          <p:nvSpPr>
            <p:cNvPr id="52" name="back8"/>
            <p:cNvSpPr/>
            <p:nvPr/>
          </p:nvSpPr>
          <p:spPr>
            <a:xfrm>
              <a:off x="9061704"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grpSp>
          <p:nvGrpSpPr>
            <p:cNvPr id="125" name="Group 124">
              <a:extLst>
                <a:ext uri="{FF2B5EF4-FFF2-40B4-BE49-F238E27FC236}">
                  <a16:creationId xmlns:a16="http://schemas.microsoft.com/office/drawing/2014/main" id="{0CB962D6-28C6-45FC-F4D5-6496BB628782}"/>
                </a:ext>
              </a:extLst>
            </p:cNvPr>
            <p:cNvGrpSpPr/>
            <p:nvPr/>
          </p:nvGrpSpPr>
          <p:grpSpPr>
            <a:xfrm>
              <a:off x="9226296" y="3410712"/>
              <a:ext cx="2185416" cy="1216152"/>
              <a:chOff x="9226296" y="3410712"/>
              <a:chExt cx="2185416" cy="1216152"/>
            </a:xfrm>
          </p:grpSpPr>
          <p:sp>
            <p:nvSpPr>
              <p:cNvPr id="53" name="Shape 51"/>
              <p:cNvSpPr/>
              <p:nvPr/>
            </p:nvSpPr>
            <p:spPr>
              <a:xfrm>
                <a:off x="9226296"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54" name="Text 52"/>
              <p:cNvSpPr/>
              <p:nvPr/>
            </p:nvSpPr>
            <p:spPr>
              <a:xfrm>
                <a:off x="9381744" y="3465576"/>
                <a:ext cx="1920240" cy="182880"/>
              </a:xfrm>
              <a:prstGeom prst="rect">
                <a:avLst/>
              </a:prstGeom>
              <a:noFill/>
              <a:ln/>
            </p:spPr>
            <p:txBody>
              <a:bodyPr wrap="square" lIns="0" tIns="0" rIns="0" bIns="0" rtlCol="0" anchor="ctr"/>
              <a:lstStyle/>
              <a:p>
                <a:pPr marL="0" indent="0">
                  <a:buNone/>
                </a:pPr>
                <a:r>
                  <a:rPr lang="en-US" sz="1000" b="1">
                    <a:solidFill>
                      <a:srgbClr val="FDBB55"/>
                    </a:solidFill>
                  </a:rPr>
                  <a:t>Week 8</a:t>
                </a:r>
                <a:endParaRPr lang="en-US" sz="1000"/>
              </a:p>
            </p:txBody>
          </p:sp>
          <p:sp>
            <p:nvSpPr>
              <p:cNvPr id="55" name="Text 53"/>
              <p:cNvSpPr/>
              <p:nvPr/>
            </p:nvSpPr>
            <p:spPr>
              <a:xfrm>
                <a:off x="9381744" y="3685032"/>
                <a:ext cx="1874520" cy="402336"/>
              </a:xfrm>
              <a:prstGeom prst="rect">
                <a:avLst/>
              </a:prstGeom>
              <a:noFill/>
              <a:ln/>
            </p:spPr>
            <p:txBody>
              <a:bodyPr wrap="square" lIns="381" tIns="381" rIns="381" bIns="381" rtlCol="0" anchor="ctr">
                <a:normAutofit fontScale="92500"/>
              </a:bodyPr>
              <a:lstStyle/>
              <a:p>
                <a:pPr marL="0" indent="0">
                  <a:buNone/>
                </a:pPr>
                <a:r>
                  <a:rPr lang="en-US" sz="1080" b="1">
                    <a:solidFill>
                      <a:srgbClr val="0E4E5F"/>
                    </a:solidFill>
                  </a:rPr>
                  <a:t>Benefits, Professional Growth, and Confidence Assessment</a:t>
                </a:r>
                <a:endParaRPr lang="en-US" sz="1080"/>
              </a:p>
            </p:txBody>
          </p:sp>
          <p:sp>
            <p:nvSpPr>
              <p:cNvPr id="56" name="Text 54"/>
              <p:cNvSpPr/>
              <p:nvPr/>
            </p:nvSpPr>
            <p:spPr>
              <a:xfrm>
                <a:off x="9381744" y="4215384"/>
                <a:ext cx="1892808" cy="365760"/>
              </a:xfrm>
              <a:prstGeom prst="rect">
                <a:avLst/>
              </a:prstGeom>
              <a:noFill/>
              <a:ln/>
            </p:spPr>
            <p:txBody>
              <a:bodyPr wrap="square" lIns="381" tIns="381" rIns="381" bIns="381" rtlCol="0" anchor="ctr">
                <a:normAutofit/>
              </a:bodyPr>
              <a:lstStyle/>
              <a:p>
                <a:r>
                  <a:rPr lang="en-US" sz="920">
                    <a:solidFill>
                      <a:srgbClr val="0E4E5F"/>
                    </a:solidFill>
                  </a:rPr>
                  <a:t>Part 1: Benefits Overview</a:t>
                </a:r>
                <a:endParaRPr lang="en-US" sz="920"/>
              </a:p>
              <a:p>
                <a:r>
                  <a:rPr lang="en-US" sz="920">
                    <a:solidFill>
                      <a:srgbClr val="0E4E5F"/>
                    </a:solidFill>
                  </a:rPr>
                  <a:t>Part 2: Confidence Questionnaire</a:t>
                </a:r>
                <a:endParaRPr lang="en-US" sz="920"/>
              </a:p>
            </p:txBody>
          </p:sp>
          <p:sp>
            <p:nvSpPr>
              <p:cNvPr id="57" name="Text 55"/>
              <p:cNvSpPr/>
              <p:nvPr/>
            </p:nvSpPr>
            <p:spPr>
              <a:xfrm>
                <a:off x="11192256" y="3410712"/>
                <a:ext cx="219456" cy="219456"/>
              </a:xfrm>
              <a:prstGeom prst="rect">
                <a:avLst/>
              </a:prstGeom>
              <a:noFill/>
              <a:ln/>
            </p:spPr>
            <p:txBody>
              <a:bodyPr wrap="square" lIns="0" tIns="0" rIns="0" bIns="0" rtlCol="0" anchor="ctr"/>
              <a:lstStyle/>
              <a:p>
                <a:pPr marL="0" indent="0" algn="ctr">
                  <a:buNone/>
                </a:pPr>
                <a:r>
                  <a:rPr lang="en-US" sz="1300">
                    <a:solidFill>
                      <a:srgbClr val="0E4E5F"/>
                    </a:solidFill>
                  </a:rPr>
                  <a:t>↺</a:t>
                </a:r>
                <a:endParaRPr lang="en-US" sz="1300"/>
              </a:p>
            </p:txBody>
          </p:sp>
        </p:grpSp>
      </p:grpSp>
      <p:grpSp>
        <p:nvGrpSpPr>
          <p:cNvPr id="109" name="front_week1">
            <a:extLst>
              <a:ext uri="{FF2B5EF4-FFF2-40B4-BE49-F238E27FC236}">
                <a16:creationId xmlns:a16="http://schemas.microsoft.com/office/drawing/2014/main" id="{FA329355-2182-CEB6-3A9D-E53622F56EF9}"/>
              </a:ext>
            </a:extLst>
          </p:cNvPr>
          <p:cNvGrpSpPr/>
          <p:nvPr/>
        </p:nvGrpSpPr>
        <p:grpSpPr>
          <a:xfrm>
            <a:off x="640080" y="1536192"/>
            <a:ext cx="2514600" cy="1508760"/>
            <a:chOff x="640080" y="1536192"/>
            <a:chExt cx="2514600" cy="1508760"/>
          </a:xfrm>
        </p:grpSpPr>
        <p:sp>
          <p:nvSpPr>
            <p:cNvPr id="58" name="front1"/>
            <p:cNvSpPr/>
            <p:nvPr/>
          </p:nvSpPr>
          <p:spPr>
            <a:xfrm>
              <a:off x="640080"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95" name="Group 94">
              <a:extLst>
                <a:ext uri="{FF2B5EF4-FFF2-40B4-BE49-F238E27FC236}">
                  <a16:creationId xmlns:a16="http://schemas.microsoft.com/office/drawing/2014/main" id="{14100534-81C0-1C8C-E54B-9AB7EFEDACE1}"/>
                </a:ext>
              </a:extLst>
            </p:cNvPr>
            <p:cNvGrpSpPr/>
            <p:nvPr/>
          </p:nvGrpSpPr>
          <p:grpSpPr>
            <a:xfrm>
              <a:off x="640080" y="2230222"/>
              <a:ext cx="2514600" cy="451256"/>
              <a:chOff x="640080" y="2230222"/>
              <a:chExt cx="2514600" cy="451256"/>
            </a:xfrm>
          </p:grpSpPr>
          <p:sp>
            <p:nvSpPr>
              <p:cNvPr id="60" name="Text 58"/>
              <p:cNvSpPr/>
              <p:nvPr/>
            </p:nvSpPr>
            <p:spPr>
              <a:xfrm>
                <a:off x="822960" y="2230222"/>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1</a:t>
                </a:r>
                <a:endParaRPr lang="en-US" sz="2000"/>
              </a:p>
            </p:txBody>
          </p:sp>
          <p:sp>
            <p:nvSpPr>
              <p:cNvPr id="61" name="Text 59"/>
              <p:cNvSpPr/>
              <p:nvPr/>
            </p:nvSpPr>
            <p:spPr>
              <a:xfrm>
                <a:off x="640080" y="2516886"/>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07" name="front_week2">
            <a:extLst>
              <a:ext uri="{FF2B5EF4-FFF2-40B4-BE49-F238E27FC236}">
                <a16:creationId xmlns:a16="http://schemas.microsoft.com/office/drawing/2014/main" id="{4F24261F-B879-B1C6-4D4F-629DA2370F58}"/>
              </a:ext>
            </a:extLst>
          </p:cNvPr>
          <p:cNvGrpSpPr/>
          <p:nvPr/>
        </p:nvGrpSpPr>
        <p:grpSpPr>
          <a:xfrm>
            <a:off x="3447288" y="1536192"/>
            <a:ext cx="2514600" cy="1508760"/>
            <a:chOff x="3447288" y="1536192"/>
            <a:chExt cx="2514600" cy="1508760"/>
          </a:xfrm>
        </p:grpSpPr>
        <p:sp>
          <p:nvSpPr>
            <p:cNvPr id="62" name="front2"/>
            <p:cNvSpPr/>
            <p:nvPr/>
          </p:nvSpPr>
          <p:spPr>
            <a:xfrm>
              <a:off x="3447288"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96" name="Group 95">
              <a:extLst>
                <a:ext uri="{FF2B5EF4-FFF2-40B4-BE49-F238E27FC236}">
                  <a16:creationId xmlns:a16="http://schemas.microsoft.com/office/drawing/2014/main" id="{E9D2A0C5-0BA8-5D7C-E394-D237A33EC242}"/>
                </a:ext>
              </a:extLst>
            </p:cNvPr>
            <p:cNvGrpSpPr/>
            <p:nvPr/>
          </p:nvGrpSpPr>
          <p:grpSpPr>
            <a:xfrm>
              <a:off x="3447288" y="2230222"/>
              <a:ext cx="2514600" cy="451256"/>
              <a:chOff x="3447288" y="2230222"/>
              <a:chExt cx="2514600" cy="451256"/>
            </a:xfrm>
          </p:grpSpPr>
          <p:sp>
            <p:nvSpPr>
              <p:cNvPr id="64" name="Text 62"/>
              <p:cNvSpPr/>
              <p:nvPr/>
            </p:nvSpPr>
            <p:spPr>
              <a:xfrm>
                <a:off x="3630168" y="2230222"/>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2</a:t>
                </a:r>
                <a:endParaRPr lang="en-US" sz="2000"/>
              </a:p>
            </p:txBody>
          </p:sp>
          <p:sp>
            <p:nvSpPr>
              <p:cNvPr id="65" name="Text 63"/>
              <p:cNvSpPr/>
              <p:nvPr/>
            </p:nvSpPr>
            <p:spPr>
              <a:xfrm>
                <a:off x="3447288" y="2516886"/>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05" name="front_week3">
            <a:extLst>
              <a:ext uri="{FF2B5EF4-FFF2-40B4-BE49-F238E27FC236}">
                <a16:creationId xmlns:a16="http://schemas.microsoft.com/office/drawing/2014/main" id="{4EF835EB-6282-9180-C89B-B5B35BA6ECE1}"/>
              </a:ext>
            </a:extLst>
          </p:cNvPr>
          <p:cNvGrpSpPr/>
          <p:nvPr/>
        </p:nvGrpSpPr>
        <p:grpSpPr>
          <a:xfrm>
            <a:off x="6254496" y="1536192"/>
            <a:ext cx="2514600" cy="1508760"/>
            <a:chOff x="6254496" y="1536192"/>
            <a:chExt cx="2514600" cy="1508760"/>
          </a:xfrm>
        </p:grpSpPr>
        <p:sp>
          <p:nvSpPr>
            <p:cNvPr id="66" name="front3"/>
            <p:cNvSpPr/>
            <p:nvPr/>
          </p:nvSpPr>
          <p:spPr>
            <a:xfrm>
              <a:off x="6254496"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100" name="Group 99">
              <a:extLst>
                <a:ext uri="{FF2B5EF4-FFF2-40B4-BE49-F238E27FC236}">
                  <a16:creationId xmlns:a16="http://schemas.microsoft.com/office/drawing/2014/main" id="{588E675C-68E0-FF59-4A4F-82B23B36CAA5}"/>
                </a:ext>
              </a:extLst>
            </p:cNvPr>
            <p:cNvGrpSpPr/>
            <p:nvPr/>
          </p:nvGrpSpPr>
          <p:grpSpPr>
            <a:xfrm>
              <a:off x="6254496" y="2230222"/>
              <a:ext cx="2514600" cy="451256"/>
              <a:chOff x="6254496" y="2230222"/>
              <a:chExt cx="2514600" cy="451256"/>
            </a:xfrm>
          </p:grpSpPr>
          <p:sp>
            <p:nvSpPr>
              <p:cNvPr id="68" name="Text 66"/>
              <p:cNvSpPr/>
              <p:nvPr/>
            </p:nvSpPr>
            <p:spPr>
              <a:xfrm>
                <a:off x="6437376" y="2230222"/>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3</a:t>
                </a:r>
                <a:endParaRPr lang="en-US" sz="2000"/>
              </a:p>
            </p:txBody>
          </p:sp>
          <p:sp>
            <p:nvSpPr>
              <p:cNvPr id="69" name="Text 67"/>
              <p:cNvSpPr/>
              <p:nvPr/>
            </p:nvSpPr>
            <p:spPr>
              <a:xfrm>
                <a:off x="6254496" y="2516886"/>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03" name="front_week4">
            <a:extLst>
              <a:ext uri="{FF2B5EF4-FFF2-40B4-BE49-F238E27FC236}">
                <a16:creationId xmlns:a16="http://schemas.microsoft.com/office/drawing/2014/main" id="{1E975E23-9F7A-1047-09D1-C9BB40CBC345}"/>
              </a:ext>
            </a:extLst>
          </p:cNvPr>
          <p:cNvGrpSpPr/>
          <p:nvPr/>
        </p:nvGrpSpPr>
        <p:grpSpPr>
          <a:xfrm>
            <a:off x="9061704" y="1536192"/>
            <a:ext cx="2514600" cy="1508760"/>
            <a:chOff x="9061704" y="1536192"/>
            <a:chExt cx="2514600" cy="1508760"/>
          </a:xfrm>
        </p:grpSpPr>
        <p:sp>
          <p:nvSpPr>
            <p:cNvPr id="70" name="front4"/>
            <p:cNvSpPr/>
            <p:nvPr/>
          </p:nvSpPr>
          <p:spPr>
            <a:xfrm>
              <a:off x="9061704"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102" name="Group 101">
              <a:extLst>
                <a:ext uri="{FF2B5EF4-FFF2-40B4-BE49-F238E27FC236}">
                  <a16:creationId xmlns:a16="http://schemas.microsoft.com/office/drawing/2014/main" id="{F101427D-3B9F-9243-72F6-BBC990CD5EA1}"/>
                </a:ext>
              </a:extLst>
            </p:cNvPr>
            <p:cNvGrpSpPr/>
            <p:nvPr/>
          </p:nvGrpSpPr>
          <p:grpSpPr>
            <a:xfrm>
              <a:off x="9061704" y="2230222"/>
              <a:ext cx="2514600" cy="451256"/>
              <a:chOff x="9061704" y="2230222"/>
              <a:chExt cx="2514600" cy="451256"/>
            </a:xfrm>
          </p:grpSpPr>
          <p:sp>
            <p:nvSpPr>
              <p:cNvPr id="72" name="Text 70"/>
              <p:cNvSpPr/>
              <p:nvPr/>
            </p:nvSpPr>
            <p:spPr>
              <a:xfrm>
                <a:off x="9244584" y="2230222"/>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4</a:t>
                </a:r>
                <a:endParaRPr lang="en-US" sz="2000" dirty="0"/>
              </a:p>
            </p:txBody>
          </p:sp>
          <p:sp>
            <p:nvSpPr>
              <p:cNvPr id="73" name="Text 71"/>
              <p:cNvSpPr/>
              <p:nvPr/>
            </p:nvSpPr>
            <p:spPr>
              <a:xfrm>
                <a:off x="9061704" y="2516886"/>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10" name="front_week5">
            <a:extLst>
              <a:ext uri="{FF2B5EF4-FFF2-40B4-BE49-F238E27FC236}">
                <a16:creationId xmlns:a16="http://schemas.microsoft.com/office/drawing/2014/main" id="{43F781BF-9484-BDDE-4C48-82E9CE836F3D}"/>
              </a:ext>
            </a:extLst>
          </p:cNvPr>
          <p:cNvGrpSpPr/>
          <p:nvPr/>
        </p:nvGrpSpPr>
        <p:grpSpPr>
          <a:xfrm>
            <a:off x="640080" y="3300984"/>
            <a:ext cx="2514600" cy="1508760"/>
            <a:chOff x="640080" y="3300984"/>
            <a:chExt cx="2514600" cy="1508760"/>
          </a:xfrm>
        </p:grpSpPr>
        <p:sp>
          <p:nvSpPr>
            <p:cNvPr id="74" name="front5"/>
            <p:cNvSpPr/>
            <p:nvPr/>
          </p:nvSpPr>
          <p:spPr>
            <a:xfrm>
              <a:off x="640080"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97" name="Group 96">
              <a:extLst>
                <a:ext uri="{FF2B5EF4-FFF2-40B4-BE49-F238E27FC236}">
                  <a16:creationId xmlns:a16="http://schemas.microsoft.com/office/drawing/2014/main" id="{A43D366C-B97B-6E57-B146-11002585C79B}"/>
                </a:ext>
              </a:extLst>
            </p:cNvPr>
            <p:cNvGrpSpPr/>
            <p:nvPr/>
          </p:nvGrpSpPr>
          <p:grpSpPr>
            <a:xfrm>
              <a:off x="640080" y="3995014"/>
              <a:ext cx="2514600" cy="451256"/>
              <a:chOff x="640080" y="3995014"/>
              <a:chExt cx="2514600" cy="451256"/>
            </a:xfrm>
          </p:grpSpPr>
          <p:sp>
            <p:nvSpPr>
              <p:cNvPr id="76" name="Text 74"/>
              <p:cNvSpPr/>
              <p:nvPr/>
            </p:nvSpPr>
            <p:spPr>
              <a:xfrm>
                <a:off x="822960" y="3995014"/>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5</a:t>
                </a:r>
                <a:endParaRPr lang="en-US" sz="2000"/>
              </a:p>
            </p:txBody>
          </p:sp>
          <p:sp>
            <p:nvSpPr>
              <p:cNvPr id="77" name="Text 75"/>
              <p:cNvSpPr/>
              <p:nvPr/>
            </p:nvSpPr>
            <p:spPr>
              <a:xfrm>
                <a:off x="640080" y="4281678"/>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08" name="front_week6">
            <a:extLst>
              <a:ext uri="{FF2B5EF4-FFF2-40B4-BE49-F238E27FC236}">
                <a16:creationId xmlns:a16="http://schemas.microsoft.com/office/drawing/2014/main" id="{98893A3D-87B3-7C9E-6A15-767BE54C5EDA}"/>
              </a:ext>
            </a:extLst>
          </p:cNvPr>
          <p:cNvGrpSpPr/>
          <p:nvPr/>
        </p:nvGrpSpPr>
        <p:grpSpPr>
          <a:xfrm>
            <a:off x="3447288" y="3300984"/>
            <a:ext cx="2514600" cy="1508760"/>
            <a:chOff x="3447288" y="3300984"/>
            <a:chExt cx="2514600" cy="1508760"/>
          </a:xfrm>
        </p:grpSpPr>
        <p:sp>
          <p:nvSpPr>
            <p:cNvPr id="78" name="front6"/>
            <p:cNvSpPr/>
            <p:nvPr/>
          </p:nvSpPr>
          <p:spPr>
            <a:xfrm>
              <a:off x="3447288"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98" name="Group 97">
              <a:extLst>
                <a:ext uri="{FF2B5EF4-FFF2-40B4-BE49-F238E27FC236}">
                  <a16:creationId xmlns:a16="http://schemas.microsoft.com/office/drawing/2014/main" id="{03EA6DC4-67D0-9D83-7B24-9B9E0C514030}"/>
                </a:ext>
              </a:extLst>
            </p:cNvPr>
            <p:cNvGrpSpPr/>
            <p:nvPr/>
          </p:nvGrpSpPr>
          <p:grpSpPr>
            <a:xfrm>
              <a:off x="3447288" y="3995014"/>
              <a:ext cx="2514600" cy="451256"/>
              <a:chOff x="3447288" y="3995014"/>
              <a:chExt cx="2514600" cy="451256"/>
            </a:xfrm>
          </p:grpSpPr>
          <p:sp>
            <p:nvSpPr>
              <p:cNvPr id="80" name="Text 78"/>
              <p:cNvSpPr/>
              <p:nvPr/>
            </p:nvSpPr>
            <p:spPr>
              <a:xfrm>
                <a:off x="3630168" y="3995014"/>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6</a:t>
                </a:r>
                <a:endParaRPr lang="en-US" sz="2000"/>
              </a:p>
            </p:txBody>
          </p:sp>
          <p:sp>
            <p:nvSpPr>
              <p:cNvPr id="81" name="Text 79"/>
              <p:cNvSpPr/>
              <p:nvPr/>
            </p:nvSpPr>
            <p:spPr>
              <a:xfrm>
                <a:off x="3447288" y="4281678"/>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06" name="front_week7">
            <a:extLst>
              <a:ext uri="{FF2B5EF4-FFF2-40B4-BE49-F238E27FC236}">
                <a16:creationId xmlns:a16="http://schemas.microsoft.com/office/drawing/2014/main" id="{54636267-55B2-B3A5-85F5-BE3A0000B82F}"/>
              </a:ext>
            </a:extLst>
          </p:cNvPr>
          <p:cNvGrpSpPr/>
          <p:nvPr/>
        </p:nvGrpSpPr>
        <p:grpSpPr>
          <a:xfrm>
            <a:off x="6254496" y="3300984"/>
            <a:ext cx="2514600" cy="1508760"/>
            <a:chOff x="6254496" y="3300984"/>
            <a:chExt cx="2514600" cy="1508760"/>
          </a:xfrm>
        </p:grpSpPr>
        <p:sp>
          <p:nvSpPr>
            <p:cNvPr id="82" name="front7"/>
            <p:cNvSpPr/>
            <p:nvPr/>
          </p:nvSpPr>
          <p:spPr>
            <a:xfrm>
              <a:off x="6254496"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99" name="Group 98">
              <a:extLst>
                <a:ext uri="{FF2B5EF4-FFF2-40B4-BE49-F238E27FC236}">
                  <a16:creationId xmlns:a16="http://schemas.microsoft.com/office/drawing/2014/main" id="{1BC25A1B-72F9-CF7D-3ABB-F423B70AB828}"/>
                </a:ext>
              </a:extLst>
            </p:cNvPr>
            <p:cNvGrpSpPr/>
            <p:nvPr/>
          </p:nvGrpSpPr>
          <p:grpSpPr>
            <a:xfrm>
              <a:off x="6254496" y="3995014"/>
              <a:ext cx="2514600" cy="451256"/>
              <a:chOff x="6254496" y="3995014"/>
              <a:chExt cx="2514600" cy="451256"/>
            </a:xfrm>
          </p:grpSpPr>
          <p:sp>
            <p:nvSpPr>
              <p:cNvPr id="84" name="Text 82"/>
              <p:cNvSpPr/>
              <p:nvPr/>
            </p:nvSpPr>
            <p:spPr>
              <a:xfrm>
                <a:off x="6437376" y="3995014"/>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7</a:t>
                </a:r>
                <a:endParaRPr lang="en-US" sz="2000"/>
              </a:p>
            </p:txBody>
          </p:sp>
          <p:sp>
            <p:nvSpPr>
              <p:cNvPr id="85" name="Text 83"/>
              <p:cNvSpPr/>
              <p:nvPr/>
            </p:nvSpPr>
            <p:spPr>
              <a:xfrm>
                <a:off x="6254496" y="4281678"/>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grpSp>
        <p:nvGrpSpPr>
          <p:cNvPr id="104" name="front_week8">
            <a:extLst>
              <a:ext uri="{FF2B5EF4-FFF2-40B4-BE49-F238E27FC236}">
                <a16:creationId xmlns:a16="http://schemas.microsoft.com/office/drawing/2014/main" id="{1AD09D6D-B57A-881F-0A29-BA20EC8D0889}"/>
              </a:ext>
            </a:extLst>
          </p:cNvPr>
          <p:cNvGrpSpPr/>
          <p:nvPr/>
        </p:nvGrpSpPr>
        <p:grpSpPr>
          <a:xfrm>
            <a:off x="9061704" y="3300984"/>
            <a:ext cx="2514600" cy="1508760"/>
            <a:chOff x="9061704" y="3300984"/>
            <a:chExt cx="2514600" cy="1508760"/>
          </a:xfrm>
        </p:grpSpPr>
        <p:sp>
          <p:nvSpPr>
            <p:cNvPr id="86" name="front8"/>
            <p:cNvSpPr/>
            <p:nvPr/>
          </p:nvSpPr>
          <p:spPr>
            <a:xfrm>
              <a:off x="9061704"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grpSp>
          <p:nvGrpSpPr>
            <p:cNvPr id="101" name="Group 100">
              <a:extLst>
                <a:ext uri="{FF2B5EF4-FFF2-40B4-BE49-F238E27FC236}">
                  <a16:creationId xmlns:a16="http://schemas.microsoft.com/office/drawing/2014/main" id="{EE93F120-3186-2645-F399-2CC53B94C510}"/>
                </a:ext>
              </a:extLst>
            </p:cNvPr>
            <p:cNvGrpSpPr/>
            <p:nvPr/>
          </p:nvGrpSpPr>
          <p:grpSpPr>
            <a:xfrm>
              <a:off x="9061704" y="3995014"/>
              <a:ext cx="2514600" cy="451256"/>
              <a:chOff x="9061704" y="3995014"/>
              <a:chExt cx="2514600" cy="451256"/>
            </a:xfrm>
          </p:grpSpPr>
          <p:sp>
            <p:nvSpPr>
              <p:cNvPr id="88" name="Text 86"/>
              <p:cNvSpPr/>
              <p:nvPr/>
            </p:nvSpPr>
            <p:spPr>
              <a:xfrm>
                <a:off x="9244584" y="3995014"/>
                <a:ext cx="2148840" cy="310896"/>
              </a:xfrm>
              <a:prstGeom prst="rect">
                <a:avLst/>
              </a:prstGeom>
              <a:noFill/>
              <a:ln/>
            </p:spPr>
            <p:txBody>
              <a:bodyPr wrap="square" lIns="0" tIns="0" rIns="0" bIns="0" rtlCol="0" anchor="ctr">
                <a:normAutofit/>
              </a:bodyPr>
              <a:lstStyle/>
              <a:p>
                <a:pPr marL="0" indent="0" algn="ctr">
                  <a:buNone/>
                </a:pPr>
                <a:r>
                  <a:rPr lang="en-US" sz="2000" b="1">
                    <a:solidFill>
                      <a:srgbClr val="FFFFFF"/>
                    </a:solidFill>
                    <a:latin typeface="Aptos" pitchFamily="34" charset="0"/>
                    <a:ea typeface="Aptos" pitchFamily="34" charset="-122"/>
                    <a:cs typeface="Aptos" pitchFamily="34" charset="-120"/>
                  </a:rPr>
                  <a:t>Week 8</a:t>
                </a:r>
                <a:endParaRPr lang="en-US" sz="2000"/>
              </a:p>
            </p:txBody>
          </p:sp>
          <p:sp>
            <p:nvSpPr>
              <p:cNvPr id="89" name="Text 87"/>
              <p:cNvSpPr/>
              <p:nvPr/>
            </p:nvSpPr>
            <p:spPr>
              <a:xfrm>
                <a:off x="9061704" y="4281678"/>
                <a:ext cx="2514600" cy="164592"/>
              </a:xfrm>
              <a:prstGeom prst="rect">
                <a:avLst/>
              </a:prstGeom>
              <a:noFill/>
              <a:ln/>
            </p:spPr>
            <p:txBody>
              <a:bodyPr wrap="square" lIns="0" tIns="0" rIns="0" bIns="0" rtlCol="0" anchor="ctr"/>
              <a:lstStyle/>
              <a:p>
                <a:pPr marL="0" indent="0" algn="ctr">
                  <a:buNone/>
                </a:pPr>
                <a:r>
                  <a:rPr lang="en-US" sz="1000">
                    <a:solidFill>
                      <a:srgbClr val="B8D9DD"/>
                    </a:solidFill>
                  </a:rPr>
                  <a:t>↻</a:t>
                </a:r>
                <a:endParaRPr lang="en-US" sz="1000"/>
              </a:p>
            </p:txBody>
          </p:sp>
        </p:grpSp>
      </p:grpSp>
      <p:sp>
        <p:nvSpPr>
          <p:cNvPr id="91" name="10_minute_timer_bar3">
            <a:extLst>
              <a:ext uri="{FF2B5EF4-FFF2-40B4-BE49-F238E27FC236}">
                <a16:creationId xmlns:a16="http://schemas.microsoft.com/office/drawing/2014/main" id="{41C24A7B-1E4D-968E-CE12-E0BD1BC2C66F}"/>
              </a:ext>
            </a:extLst>
          </p:cNvPr>
          <p:cNvSpPr/>
          <p:nvPr/>
        </p:nvSpPr>
        <p:spPr>
          <a:xfrm>
            <a:off x="-2" y="6327648"/>
            <a:ext cx="12191695" cy="45719"/>
          </a:xfrm>
          <a:prstGeom prst="rect">
            <a:avLst/>
          </a:prstGeom>
          <a:solidFill>
            <a:srgbClr val="FDBB55"/>
          </a:solidFill>
          <a:ln w="12700">
            <a:solidFill>
              <a:srgbClr val="FDBB55"/>
            </a:solidFill>
            <a:prstDash val="solid"/>
          </a:ln>
        </p:spPr>
        <p:txBody>
          <a:bodyPr/>
          <a:lstStyle/>
          <a:p>
            <a:endParaRPr lang="en-US"/>
          </a:p>
        </p:txBody>
      </p:sp>
      <p:sp>
        <p:nvSpPr>
          <p:cNvPr id="90" name="10_minute_timer_bar2">
            <a:extLst>
              <a:ext uri="{FF2B5EF4-FFF2-40B4-BE49-F238E27FC236}">
                <a16:creationId xmlns:a16="http://schemas.microsoft.com/office/drawing/2014/main" id="{9CA8B613-3745-FB48-1A8B-6014BA3B6A7F}"/>
              </a:ext>
            </a:extLst>
          </p:cNvPr>
          <p:cNvSpPr/>
          <p:nvPr/>
        </p:nvSpPr>
        <p:spPr>
          <a:xfrm>
            <a:off x="-1" y="6281929"/>
            <a:ext cx="12191695" cy="45719"/>
          </a:xfrm>
          <a:prstGeom prst="rect">
            <a:avLst/>
          </a:prstGeom>
          <a:solidFill>
            <a:srgbClr val="FDBB55"/>
          </a:solidFill>
          <a:ln w="12700">
            <a:solidFill>
              <a:srgbClr val="FDBB55"/>
            </a:solidFill>
            <a:prstDash val="solid"/>
          </a:ln>
        </p:spPr>
        <p:txBody>
          <a:bodyPr/>
          <a:lstStyle/>
          <a:p>
            <a:endParaRPr lang="en-US"/>
          </a:p>
        </p:txBody>
      </p:sp>
      <p:sp>
        <p:nvSpPr>
          <p:cNvPr id="2" name="10_minute_timer_bar1"/>
          <p:cNvSpPr/>
          <p:nvPr/>
        </p:nvSpPr>
        <p:spPr>
          <a:xfrm>
            <a:off x="0" y="6227064"/>
            <a:ext cx="12191695" cy="45719"/>
          </a:xfrm>
          <a:prstGeom prst="rect">
            <a:avLst/>
          </a:prstGeom>
          <a:solidFill>
            <a:srgbClr val="FDBB55"/>
          </a:solidFill>
          <a:ln w="12700">
            <a:solidFill>
              <a:srgbClr val="FDBB55"/>
            </a:solidFill>
            <a:prstDash val="solid"/>
          </a:ln>
        </p:spPr>
        <p:txBody>
          <a:bodyPr/>
          <a:lstStyle/>
          <a:p>
            <a:endParaRPr lang="en-US"/>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9"/>
                    </p:tgtEl>
                  </p:cond>
                </p:stCondLst>
                <p:endSync evt="end" delay="0">
                  <p:rtn val="all"/>
                </p:endSync>
                <p:childTnLst>
                  <p:par>
                    <p:cTn id="3" fill="hold">
                      <p:stCondLst>
                        <p:cond delay="0"/>
                      </p:stCondLst>
                      <p:childTnLst>
                        <p:par>
                          <p:cTn id="4" fill="hold">
                            <p:stCondLst>
                              <p:cond delay="0"/>
                            </p:stCondLst>
                            <p:childTnLst>
                              <p:par>
                                <p:cTn id="5" presetID="53" presetClass="exit" presetSubtype="32" fill="hold" nodeType="clickEffect">
                                  <p:stCondLst>
                                    <p:cond delay="0"/>
                                  </p:stCondLst>
                                  <p:childTnLst>
                                    <p:anim calcmode="lin" valueType="num">
                                      <p:cBhvr>
                                        <p:cTn id="6" dur="500"/>
                                        <p:tgtEl>
                                          <p:spTgt spid="109"/>
                                        </p:tgtEl>
                                        <p:attrNameLst>
                                          <p:attrName>ppt_w</p:attrName>
                                        </p:attrNameLst>
                                      </p:cBhvr>
                                      <p:tavLst>
                                        <p:tav tm="0">
                                          <p:val>
                                            <p:strVal val="ppt_w"/>
                                          </p:val>
                                        </p:tav>
                                        <p:tav tm="100000">
                                          <p:val>
                                            <p:fltVal val="0"/>
                                          </p:val>
                                        </p:tav>
                                      </p:tavLst>
                                    </p:anim>
                                    <p:anim calcmode="lin" valueType="num">
                                      <p:cBhvr>
                                        <p:cTn id="7" dur="500"/>
                                        <p:tgtEl>
                                          <p:spTgt spid="109"/>
                                        </p:tgtEl>
                                        <p:attrNameLst>
                                          <p:attrName>ppt_h</p:attrName>
                                        </p:attrNameLst>
                                      </p:cBhvr>
                                      <p:tavLst>
                                        <p:tav tm="0">
                                          <p:val>
                                            <p:strVal val="ppt_h"/>
                                          </p:val>
                                        </p:tav>
                                        <p:tav tm="100000">
                                          <p:val>
                                            <p:fltVal val="0"/>
                                          </p:val>
                                        </p:tav>
                                      </p:tavLst>
                                    </p:anim>
                                    <p:animEffect transition="out" filter="fade">
                                      <p:cBhvr>
                                        <p:cTn id="8" dur="500"/>
                                        <p:tgtEl>
                                          <p:spTgt spid="109"/>
                                        </p:tgtEl>
                                      </p:cBhvr>
                                    </p:animEffect>
                                    <p:set>
                                      <p:cBhvr>
                                        <p:cTn id="9" dur="1" fill="hold">
                                          <p:stCondLst>
                                            <p:cond delay="499"/>
                                          </p:stCondLst>
                                        </p:cTn>
                                        <p:tgtEl>
                                          <p:spTgt spid="109"/>
                                        </p:tgtEl>
                                        <p:attrNameLst>
                                          <p:attrName>style.visibility</p:attrName>
                                        </p:attrNameLst>
                                      </p:cBhvr>
                                      <p:to>
                                        <p:strVal val="hidden"/>
                                      </p:to>
                                    </p:set>
                                  </p:childTnLst>
                                </p:cTn>
                              </p:par>
                            </p:childTnLst>
                          </p:cTn>
                        </p:par>
                      </p:childTnLst>
                    </p:cTn>
                  </p:par>
                </p:childTnLst>
              </p:cTn>
              <p:nextCondLst>
                <p:cond evt="onClick" delay="0">
                  <p:tgtEl>
                    <p:spTgt spid="109"/>
                  </p:tgtEl>
                </p:cond>
              </p:nextCondLst>
            </p:seq>
            <p:seq concurrent="1" nextAc="seek">
              <p:cTn id="10" restart="whenNotActive" fill="hold" evtFilter="cancelBubble" nodeType="interactiveSeq">
                <p:stCondLst>
                  <p:cond evt="onClick" delay="0">
                    <p:tgtEl>
                      <p:spTgt spid="107"/>
                    </p:tgtEl>
                  </p:cond>
                </p:stCondLst>
                <p:endSync evt="end" delay="0">
                  <p:rtn val="all"/>
                </p:endSync>
                <p:childTnLst>
                  <p:par>
                    <p:cTn id="11" fill="hold">
                      <p:stCondLst>
                        <p:cond delay="0"/>
                      </p:stCondLst>
                      <p:childTnLst>
                        <p:par>
                          <p:cTn id="12" fill="hold">
                            <p:stCondLst>
                              <p:cond delay="0"/>
                            </p:stCondLst>
                            <p:childTnLst>
                              <p:par>
                                <p:cTn id="13" presetID="53" presetClass="exit" presetSubtype="32" fill="hold" nodeType="clickEffect">
                                  <p:stCondLst>
                                    <p:cond delay="0"/>
                                  </p:stCondLst>
                                  <p:childTnLst>
                                    <p:anim calcmode="lin" valueType="num">
                                      <p:cBhvr>
                                        <p:cTn id="14" dur="500"/>
                                        <p:tgtEl>
                                          <p:spTgt spid="107"/>
                                        </p:tgtEl>
                                        <p:attrNameLst>
                                          <p:attrName>ppt_w</p:attrName>
                                        </p:attrNameLst>
                                      </p:cBhvr>
                                      <p:tavLst>
                                        <p:tav tm="0">
                                          <p:val>
                                            <p:strVal val="ppt_w"/>
                                          </p:val>
                                        </p:tav>
                                        <p:tav tm="100000">
                                          <p:val>
                                            <p:fltVal val="0"/>
                                          </p:val>
                                        </p:tav>
                                      </p:tavLst>
                                    </p:anim>
                                    <p:anim calcmode="lin" valueType="num">
                                      <p:cBhvr>
                                        <p:cTn id="15" dur="500"/>
                                        <p:tgtEl>
                                          <p:spTgt spid="107"/>
                                        </p:tgtEl>
                                        <p:attrNameLst>
                                          <p:attrName>ppt_h</p:attrName>
                                        </p:attrNameLst>
                                      </p:cBhvr>
                                      <p:tavLst>
                                        <p:tav tm="0">
                                          <p:val>
                                            <p:strVal val="ppt_h"/>
                                          </p:val>
                                        </p:tav>
                                        <p:tav tm="100000">
                                          <p:val>
                                            <p:fltVal val="0"/>
                                          </p:val>
                                        </p:tav>
                                      </p:tavLst>
                                    </p:anim>
                                    <p:animEffect transition="out" filter="fade">
                                      <p:cBhvr>
                                        <p:cTn id="16" dur="500"/>
                                        <p:tgtEl>
                                          <p:spTgt spid="107"/>
                                        </p:tgtEl>
                                      </p:cBhvr>
                                    </p:animEffect>
                                    <p:set>
                                      <p:cBhvr>
                                        <p:cTn id="17" dur="1" fill="hold">
                                          <p:stCondLst>
                                            <p:cond delay="499"/>
                                          </p:stCondLst>
                                        </p:cTn>
                                        <p:tgtEl>
                                          <p:spTgt spid="107"/>
                                        </p:tgtEl>
                                        <p:attrNameLst>
                                          <p:attrName>style.visibility</p:attrName>
                                        </p:attrNameLst>
                                      </p:cBhvr>
                                      <p:to>
                                        <p:strVal val="hidden"/>
                                      </p:to>
                                    </p:set>
                                  </p:childTnLst>
                                </p:cTn>
                              </p:par>
                            </p:childTnLst>
                          </p:cTn>
                        </p:par>
                      </p:childTnLst>
                    </p:cTn>
                  </p:par>
                </p:childTnLst>
              </p:cTn>
              <p:nextCondLst>
                <p:cond evt="onClick" delay="0">
                  <p:tgtEl>
                    <p:spTgt spid="107"/>
                  </p:tgtEl>
                </p:cond>
              </p:nextCondLst>
            </p:seq>
            <p:seq concurrent="1" nextAc="seek">
              <p:cTn id="18" restart="whenNotActive" fill="hold" evtFilter="cancelBubble" nodeType="interactiveSeq">
                <p:stCondLst>
                  <p:cond evt="onClick" delay="0">
                    <p:tgtEl>
                      <p:spTgt spid="105"/>
                    </p:tgtEl>
                  </p:cond>
                </p:stCondLst>
                <p:endSync evt="end" delay="0">
                  <p:rtn val="all"/>
                </p:endSync>
                <p:childTnLst>
                  <p:par>
                    <p:cTn id="19" fill="hold">
                      <p:stCondLst>
                        <p:cond delay="0"/>
                      </p:stCondLst>
                      <p:childTnLst>
                        <p:par>
                          <p:cTn id="20" fill="hold">
                            <p:stCondLst>
                              <p:cond delay="0"/>
                            </p:stCondLst>
                            <p:childTnLst>
                              <p:par>
                                <p:cTn id="21" presetID="53" presetClass="exit" presetSubtype="32" fill="hold" nodeType="clickEffect">
                                  <p:stCondLst>
                                    <p:cond delay="0"/>
                                  </p:stCondLst>
                                  <p:childTnLst>
                                    <p:anim calcmode="lin" valueType="num">
                                      <p:cBhvr>
                                        <p:cTn id="22" dur="500"/>
                                        <p:tgtEl>
                                          <p:spTgt spid="105"/>
                                        </p:tgtEl>
                                        <p:attrNameLst>
                                          <p:attrName>ppt_w</p:attrName>
                                        </p:attrNameLst>
                                      </p:cBhvr>
                                      <p:tavLst>
                                        <p:tav tm="0">
                                          <p:val>
                                            <p:strVal val="ppt_w"/>
                                          </p:val>
                                        </p:tav>
                                        <p:tav tm="100000">
                                          <p:val>
                                            <p:fltVal val="0"/>
                                          </p:val>
                                        </p:tav>
                                      </p:tavLst>
                                    </p:anim>
                                    <p:anim calcmode="lin" valueType="num">
                                      <p:cBhvr>
                                        <p:cTn id="23" dur="500"/>
                                        <p:tgtEl>
                                          <p:spTgt spid="105"/>
                                        </p:tgtEl>
                                        <p:attrNameLst>
                                          <p:attrName>ppt_h</p:attrName>
                                        </p:attrNameLst>
                                      </p:cBhvr>
                                      <p:tavLst>
                                        <p:tav tm="0">
                                          <p:val>
                                            <p:strVal val="ppt_h"/>
                                          </p:val>
                                        </p:tav>
                                        <p:tav tm="100000">
                                          <p:val>
                                            <p:fltVal val="0"/>
                                          </p:val>
                                        </p:tav>
                                      </p:tavLst>
                                    </p:anim>
                                    <p:animEffect transition="out" filter="fade">
                                      <p:cBhvr>
                                        <p:cTn id="24" dur="500"/>
                                        <p:tgtEl>
                                          <p:spTgt spid="105"/>
                                        </p:tgtEl>
                                      </p:cBhvr>
                                    </p:animEffect>
                                    <p:set>
                                      <p:cBhvr>
                                        <p:cTn id="25" dur="1" fill="hold">
                                          <p:stCondLst>
                                            <p:cond delay="499"/>
                                          </p:stCondLst>
                                        </p:cTn>
                                        <p:tgtEl>
                                          <p:spTgt spid="105"/>
                                        </p:tgtEl>
                                        <p:attrNameLst>
                                          <p:attrName>style.visibility</p:attrName>
                                        </p:attrNameLst>
                                      </p:cBhvr>
                                      <p:to>
                                        <p:strVal val="hidden"/>
                                      </p:to>
                                    </p:set>
                                  </p:childTnLst>
                                </p:cTn>
                              </p:par>
                            </p:childTnLst>
                          </p:cTn>
                        </p:par>
                      </p:childTnLst>
                    </p:cTn>
                  </p:par>
                </p:childTnLst>
              </p:cTn>
              <p:nextCondLst>
                <p:cond evt="onClick" delay="0">
                  <p:tgtEl>
                    <p:spTgt spid="105"/>
                  </p:tgtEl>
                </p:cond>
              </p:nextCondLst>
            </p:seq>
            <p:seq concurrent="1" nextAc="seek">
              <p:cTn id="26" restart="whenNotActive" fill="hold" evtFilter="cancelBubble" nodeType="interactiveSeq">
                <p:stCondLst>
                  <p:cond evt="onClick" delay="0">
                    <p:tgtEl>
                      <p:spTgt spid="103"/>
                    </p:tgtEl>
                  </p:cond>
                </p:stCondLst>
                <p:endSync evt="end" delay="0">
                  <p:rtn val="all"/>
                </p:endSync>
                <p:childTnLst>
                  <p:par>
                    <p:cTn id="27" fill="hold">
                      <p:stCondLst>
                        <p:cond delay="0"/>
                      </p:stCondLst>
                      <p:childTnLst>
                        <p:par>
                          <p:cTn id="28" fill="hold">
                            <p:stCondLst>
                              <p:cond delay="0"/>
                            </p:stCondLst>
                            <p:childTnLst>
                              <p:par>
                                <p:cTn id="29" presetID="53" presetClass="exit" presetSubtype="32" fill="hold" nodeType="clickEffect">
                                  <p:stCondLst>
                                    <p:cond delay="0"/>
                                  </p:stCondLst>
                                  <p:childTnLst>
                                    <p:anim calcmode="lin" valueType="num">
                                      <p:cBhvr>
                                        <p:cTn id="30" dur="500"/>
                                        <p:tgtEl>
                                          <p:spTgt spid="103"/>
                                        </p:tgtEl>
                                        <p:attrNameLst>
                                          <p:attrName>ppt_w</p:attrName>
                                        </p:attrNameLst>
                                      </p:cBhvr>
                                      <p:tavLst>
                                        <p:tav tm="0">
                                          <p:val>
                                            <p:strVal val="ppt_w"/>
                                          </p:val>
                                        </p:tav>
                                        <p:tav tm="100000">
                                          <p:val>
                                            <p:fltVal val="0"/>
                                          </p:val>
                                        </p:tav>
                                      </p:tavLst>
                                    </p:anim>
                                    <p:anim calcmode="lin" valueType="num">
                                      <p:cBhvr>
                                        <p:cTn id="31" dur="500"/>
                                        <p:tgtEl>
                                          <p:spTgt spid="103"/>
                                        </p:tgtEl>
                                        <p:attrNameLst>
                                          <p:attrName>ppt_h</p:attrName>
                                        </p:attrNameLst>
                                      </p:cBhvr>
                                      <p:tavLst>
                                        <p:tav tm="0">
                                          <p:val>
                                            <p:strVal val="ppt_h"/>
                                          </p:val>
                                        </p:tav>
                                        <p:tav tm="100000">
                                          <p:val>
                                            <p:fltVal val="0"/>
                                          </p:val>
                                        </p:tav>
                                      </p:tavLst>
                                    </p:anim>
                                    <p:animEffect transition="out" filter="fade">
                                      <p:cBhvr>
                                        <p:cTn id="32" dur="500"/>
                                        <p:tgtEl>
                                          <p:spTgt spid="103"/>
                                        </p:tgtEl>
                                      </p:cBhvr>
                                    </p:animEffect>
                                    <p:set>
                                      <p:cBhvr>
                                        <p:cTn id="33" dur="1" fill="hold">
                                          <p:stCondLst>
                                            <p:cond delay="499"/>
                                          </p:stCondLst>
                                        </p:cTn>
                                        <p:tgtEl>
                                          <p:spTgt spid="103"/>
                                        </p:tgtEl>
                                        <p:attrNameLst>
                                          <p:attrName>style.visibility</p:attrName>
                                        </p:attrNameLst>
                                      </p:cBhvr>
                                      <p:to>
                                        <p:strVal val="hidden"/>
                                      </p:to>
                                    </p:set>
                                  </p:childTnLst>
                                </p:cTn>
                              </p:par>
                            </p:childTnLst>
                          </p:cTn>
                        </p:par>
                      </p:childTnLst>
                    </p:cTn>
                  </p:par>
                </p:childTnLst>
              </p:cTn>
              <p:nextCondLst>
                <p:cond evt="onClick" delay="0">
                  <p:tgtEl>
                    <p:spTgt spid="103"/>
                  </p:tgtEl>
                </p:cond>
              </p:nextCondLst>
            </p:seq>
            <p:seq concurrent="1" nextAc="seek">
              <p:cTn id="34" restart="whenNotActive" fill="hold" evtFilter="cancelBubble" nodeType="interactiveSeq">
                <p:stCondLst>
                  <p:cond evt="onClick" delay="0">
                    <p:tgtEl>
                      <p:spTgt spid="110"/>
                    </p:tgtEl>
                  </p:cond>
                </p:stCondLst>
                <p:endSync evt="end" delay="0">
                  <p:rtn val="all"/>
                </p:endSync>
                <p:childTnLst>
                  <p:par>
                    <p:cTn id="35" fill="hold">
                      <p:stCondLst>
                        <p:cond delay="0"/>
                      </p:stCondLst>
                      <p:childTnLst>
                        <p:par>
                          <p:cTn id="36" fill="hold">
                            <p:stCondLst>
                              <p:cond delay="0"/>
                            </p:stCondLst>
                            <p:childTnLst>
                              <p:par>
                                <p:cTn id="37" presetID="53" presetClass="exit" presetSubtype="32" fill="hold" nodeType="clickEffect">
                                  <p:stCondLst>
                                    <p:cond delay="0"/>
                                  </p:stCondLst>
                                  <p:childTnLst>
                                    <p:anim calcmode="lin" valueType="num">
                                      <p:cBhvr>
                                        <p:cTn id="38" dur="500"/>
                                        <p:tgtEl>
                                          <p:spTgt spid="110"/>
                                        </p:tgtEl>
                                        <p:attrNameLst>
                                          <p:attrName>ppt_w</p:attrName>
                                        </p:attrNameLst>
                                      </p:cBhvr>
                                      <p:tavLst>
                                        <p:tav tm="0">
                                          <p:val>
                                            <p:strVal val="ppt_w"/>
                                          </p:val>
                                        </p:tav>
                                        <p:tav tm="100000">
                                          <p:val>
                                            <p:fltVal val="0"/>
                                          </p:val>
                                        </p:tav>
                                      </p:tavLst>
                                    </p:anim>
                                    <p:anim calcmode="lin" valueType="num">
                                      <p:cBhvr>
                                        <p:cTn id="39" dur="500"/>
                                        <p:tgtEl>
                                          <p:spTgt spid="110"/>
                                        </p:tgtEl>
                                        <p:attrNameLst>
                                          <p:attrName>ppt_h</p:attrName>
                                        </p:attrNameLst>
                                      </p:cBhvr>
                                      <p:tavLst>
                                        <p:tav tm="0">
                                          <p:val>
                                            <p:strVal val="ppt_h"/>
                                          </p:val>
                                        </p:tav>
                                        <p:tav tm="100000">
                                          <p:val>
                                            <p:fltVal val="0"/>
                                          </p:val>
                                        </p:tav>
                                      </p:tavLst>
                                    </p:anim>
                                    <p:animEffect transition="out" filter="fade">
                                      <p:cBhvr>
                                        <p:cTn id="40" dur="500"/>
                                        <p:tgtEl>
                                          <p:spTgt spid="110"/>
                                        </p:tgtEl>
                                      </p:cBhvr>
                                    </p:animEffect>
                                    <p:set>
                                      <p:cBhvr>
                                        <p:cTn id="41" dur="1" fill="hold">
                                          <p:stCondLst>
                                            <p:cond delay="499"/>
                                          </p:stCondLst>
                                        </p:cTn>
                                        <p:tgtEl>
                                          <p:spTgt spid="110"/>
                                        </p:tgtEl>
                                        <p:attrNameLst>
                                          <p:attrName>style.visibility</p:attrName>
                                        </p:attrNameLst>
                                      </p:cBhvr>
                                      <p:to>
                                        <p:strVal val="hidden"/>
                                      </p:to>
                                    </p:set>
                                  </p:childTnLst>
                                </p:cTn>
                              </p:par>
                            </p:childTnLst>
                          </p:cTn>
                        </p:par>
                      </p:childTnLst>
                    </p:cTn>
                  </p:par>
                </p:childTnLst>
              </p:cTn>
              <p:nextCondLst>
                <p:cond evt="onClick" delay="0">
                  <p:tgtEl>
                    <p:spTgt spid="110"/>
                  </p:tgtEl>
                </p:cond>
              </p:nextCondLst>
            </p:seq>
            <p:seq concurrent="1" nextAc="seek">
              <p:cTn id="42" restart="whenNotActive" fill="hold" evtFilter="cancelBubble" nodeType="interactiveSeq">
                <p:stCondLst>
                  <p:cond evt="onClick" delay="0">
                    <p:tgtEl>
                      <p:spTgt spid="108"/>
                    </p:tgtEl>
                  </p:cond>
                </p:stCondLst>
                <p:endSync evt="end" delay="0">
                  <p:rtn val="all"/>
                </p:endSync>
                <p:childTnLst>
                  <p:par>
                    <p:cTn id="43" fill="hold">
                      <p:stCondLst>
                        <p:cond delay="0"/>
                      </p:stCondLst>
                      <p:childTnLst>
                        <p:par>
                          <p:cTn id="44" fill="hold">
                            <p:stCondLst>
                              <p:cond delay="0"/>
                            </p:stCondLst>
                            <p:childTnLst>
                              <p:par>
                                <p:cTn id="45" presetID="53" presetClass="exit" presetSubtype="32" fill="hold" nodeType="clickEffect">
                                  <p:stCondLst>
                                    <p:cond delay="0"/>
                                  </p:stCondLst>
                                  <p:childTnLst>
                                    <p:anim calcmode="lin" valueType="num">
                                      <p:cBhvr>
                                        <p:cTn id="46" dur="500"/>
                                        <p:tgtEl>
                                          <p:spTgt spid="108"/>
                                        </p:tgtEl>
                                        <p:attrNameLst>
                                          <p:attrName>ppt_w</p:attrName>
                                        </p:attrNameLst>
                                      </p:cBhvr>
                                      <p:tavLst>
                                        <p:tav tm="0">
                                          <p:val>
                                            <p:strVal val="ppt_w"/>
                                          </p:val>
                                        </p:tav>
                                        <p:tav tm="100000">
                                          <p:val>
                                            <p:fltVal val="0"/>
                                          </p:val>
                                        </p:tav>
                                      </p:tavLst>
                                    </p:anim>
                                    <p:anim calcmode="lin" valueType="num">
                                      <p:cBhvr>
                                        <p:cTn id="47" dur="500"/>
                                        <p:tgtEl>
                                          <p:spTgt spid="108"/>
                                        </p:tgtEl>
                                        <p:attrNameLst>
                                          <p:attrName>ppt_h</p:attrName>
                                        </p:attrNameLst>
                                      </p:cBhvr>
                                      <p:tavLst>
                                        <p:tav tm="0">
                                          <p:val>
                                            <p:strVal val="ppt_h"/>
                                          </p:val>
                                        </p:tav>
                                        <p:tav tm="100000">
                                          <p:val>
                                            <p:fltVal val="0"/>
                                          </p:val>
                                        </p:tav>
                                      </p:tavLst>
                                    </p:anim>
                                    <p:animEffect transition="out" filter="fade">
                                      <p:cBhvr>
                                        <p:cTn id="48" dur="500"/>
                                        <p:tgtEl>
                                          <p:spTgt spid="108"/>
                                        </p:tgtEl>
                                      </p:cBhvr>
                                    </p:animEffect>
                                    <p:set>
                                      <p:cBhvr>
                                        <p:cTn id="49" dur="1" fill="hold">
                                          <p:stCondLst>
                                            <p:cond delay="499"/>
                                          </p:stCondLst>
                                        </p:cTn>
                                        <p:tgtEl>
                                          <p:spTgt spid="108"/>
                                        </p:tgtEl>
                                        <p:attrNameLst>
                                          <p:attrName>style.visibility</p:attrName>
                                        </p:attrNameLst>
                                      </p:cBhvr>
                                      <p:to>
                                        <p:strVal val="hidden"/>
                                      </p:to>
                                    </p:set>
                                  </p:childTnLst>
                                </p:cTn>
                              </p:par>
                            </p:childTnLst>
                          </p:cTn>
                        </p:par>
                      </p:childTnLst>
                    </p:cTn>
                  </p:par>
                </p:childTnLst>
              </p:cTn>
              <p:nextCondLst>
                <p:cond evt="onClick" delay="0">
                  <p:tgtEl>
                    <p:spTgt spid="108"/>
                  </p:tgtEl>
                </p:cond>
              </p:nextCondLst>
            </p:seq>
            <p:seq concurrent="1" nextAc="seek">
              <p:cTn id="50" restart="whenNotActive" fill="hold" evtFilter="cancelBubble" nodeType="interactiveSeq">
                <p:stCondLst>
                  <p:cond evt="onClick" delay="0">
                    <p:tgtEl>
                      <p:spTgt spid="106"/>
                    </p:tgtEl>
                  </p:cond>
                </p:stCondLst>
                <p:endSync evt="end" delay="0">
                  <p:rtn val="all"/>
                </p:endSync>
                <p:childTnLst>
                  <p:par>
                    <p:cTn id="51" fill="hold">
                      <p:stCondLst>
                        <p:cond delay="0"/>
                      </p:stCondLst>
                      <p:childTnLst>
                        <p:par>
                          <p:cTn id="52" fill="hold">
                            <p:stCondLst>
                              <p:cond delay="0"/>
                            </p:stCondLst>
                            <p:childTnLst>
                              <p:par>
                                <p:cTn id="53" presetID="53" presetClass="exit" presetSubtype="32" fill="hold" nodeType="clickEffect">
                                  <p:stCondLst>
                                    <p:cond delay="0"/>
                                  </p:stCondLst>
                                  <p:childTnLst>
                                    <p:anim calcmode="lin" valueType="num">
                                      <p:cBhvr>
                                        <p:cTn id="54" dur="500"/>
                                        <p:tgtEl>
                                          <p:spTgt spid="106"/>
                                        </p:tgtEl>
                                        <p:attrNameLst>
                                          <p:attrName>ppt_w</p:attrName>
                                        </p:attrNameLst>
                                      </p:cBhvr>
                                      <p:tavLst>
                                        <p:tav tm="0">
                                          <p:val>
                                            <p:strVal val="ppt_w"/>
                                          </p:val>
                                        </p:tav>
                                        <p:tav tm="100000">
                                          <p:val>
                                            <p:fltVal val="0"/>
                                          </p:val>
                                        </p:tav>
                                      </p:tavLst>
                                    </p:anim>
                                    <p:anim calcmode="lin" valueType="num">
                                      <p:cBhvr>
                                        <p:cTn id="55" dur="500"/>
                                        <p:tgtEl>
                                          <p:spTgt spid="106"/>
                                        </p:tgtEl>
                                        <p:attrNameLst>
                                          <p:attrName>ppt_h</p:attrName>
                                        </p:attrNameLst>
                                      </p:cBhvr>
                                      <p:tavLst>
                                        <p:tav tm="0">
                                          <p:val>
                                            <p:strVal val="ppt_h"/>
                                          </p:val>
                                        </p:tav>
                                        <p:tav tm="100000">
                                          <p:val>
                                            <p:fltVal val="0"/>
                                          </p:val>
                                        </p:tav>
                                      </p:tavLst>
                                    </p:anim>
                                    <p:animEffect transition="out" filter="fade">
                                      <p:cBhvr>
                                        <p:cTn id="56" dur="500"/>
                                        <p:tgtEl>
                                          <p:spTgt spid="106"/>
                                        </p:tgtEl>
                                      </p:cBhvr>
                                    </p:animEffect>
                                    <p:set>
                                      <p:cBhvr>
                                        <p:cTn id="57" dur="1" fill="hold">
                                          <p:stCondLst>
                                            <p:cond delay="499"/>
                                          </p:stCondLst>
                                        </p:cTn>
                                        <p:tgtEl>
                                          <p:spTgt spid="106"/>
                                        </p:tgtEl>
                                        <p:attrNameLst>
                                          <p:attrName>style.visibility</p:attrName>
                                        </p:attrNameLst>
                                      </p:cBhvr>
                                      <p:to>
                                        <p:strVal val="hidden"/>
                                      </p:to>
                                    </p:set>
                                  </p:childTnLst>
                                </p:cTn>
                              </p:par>
                            </p:childTnLst>
                          </p:cTn>
                        </p:par>
                      </p:childTnLst>
                    </p:cTn>
                  </p:par>
                </p:childTnLst>
              </p:cTn>
              <p:nextCondLst>
                <p:cond evt="onClick" delay="0">
                  <p:tgtEl>
                    <p:spTgt spid="106"/>
                  </p:tgtEl>
                </p:cond>
              </p:nextCondLst>
            </p:seq>
            <p:seq concurrent="1" nextAc="seek">
              <p:cTn id="58" restart="whenNotActive" fill="hold" evtFilter="cancelBubble" nodeType="interactiveSeq">
                <p:stCondLst>
                  <p:cond evt="onClick" delay="0">
                    <p:tgtEl>
                      <p:spTgt spid="104"/>
                    </p:tgtEl>
                  </p:cond>
                </p:stCondLst>
                <p:endSync evt="end" delay="0">
                  <p:rtn val="all"/>
                </p:endSync>
                <p:childTnLst>
                  <p:par>
                    <p:cTn id="59" fill="hold">
                      <p:stCondLst>
                        <p:cond delay="0"/>
                      </p:stCondLst>
                      <p:childTnLst>
                        <p:par>
                          <p:cTn id="60" fill="hold">
                            <p:stCondLst>
                              <p:cond delay="0"/>
                            </p:stCondLst>
                            <p:childTnLst>
                              <p:par>
                                <p:cTn id="61" presetID="53" presetClass="exit" presetSubtype="32" fill="hold" nodeType="clickEffect">
                                  <p:stCondLst>
                                    <p:cond delay="0"/>
                                  </p:stCondLst>
                                  <p:childTnLst>
                                    <p:anim calcmode="lin" valueType="num">
                                      <p:cBhvr>
                                        <p:cTn id="62" dur="500"/>
                                        <p:tgtEl>
                                          <p:spTgt spid="104"/>
                                        </p:tgtEl>
                                        <p:attrNameLst>
                                          <p:attrName>ppt_w</p:attrName>
                                        </p:attrNameLst>
                                      </p:cBhvr>
                                      <p:tavLst>
                                        <p:tav tm="0">
                                          <p:val>
                                            <p:strVal val="ppt_w"/>
                                          </p:val>
                                        </p:tav>
                                        <p:tav tm="100000">
                                          <p:val>
                                            <p:fltVal val="0"/>
                                          </p:val>
                                        </p:tav>
                                      </p:tavLst>
                                    </p:anim>
                                    <p:anim calcmode="lin" valueType="num">
                                      <p:cBhvr>
                                        <p:cTn id="63" dur="500"/>
                                        <p:tgtEl>
                                          <p:spTgt spid="104"/>
                                        </p:tgtEl>
                                        <p:attrNameLst>
                                          <p:attrName>ppt_h</p:attrName>
                                        </p:attrNameLst>
                                      </p:cBhvr>
                                      <p:tavLst>
                                        <p:tav tm="0">
                                          <p:val>
                                            <p:strVal val="ppt_h"/>
                                          </p:val>
                                        </p:tav>
                                        <p:tav tm="100000">
                                          <p:val>
                                            <p:fltVal val="0"/>
                                          </p:val>
                                        </p:tav>
                                      </p:tavLst>
                                    </p:anim>
                                    <p:animEffect transition="out" filter="fade">
                                      <p:cBhvr>
                                        <p:cTn id="64" dur="500"/>
                                        <p:tgtEl>
                                          <p:spTgt spid="104"/>
                                        </p:tgtEl>
                                      </p:cBhvr>
                                    </p:animEffect>
                                    <p:set>
                                      <p:cBhvr>
                                        <p:cTn id="65" dur="1" fill="hold">
                                          <p:stCondLst>
                                            <p:cond delay="499"/>
                                          </p:stCondLst>
                                        </p:cTn>
                                        <p:tgtEl>
                                          <p:spTgt spid="104"/>
                                        </p:tgtEl>
                                        <p:attrNameLst>
                                          <p:attrName>style.visibility</p:attrName>
                                        </p:attrNameLst>
                                      </p:cBhvr>
                                      <p:to>
                                        <p:strVal val="hidden"/>
                                      </p:to>
                                    </p:set>
                                  </p:childTnLst>
                                </p:cTn>
                              </p:par>
                            </p:childTnLst>
                          </p:cTn>
                        </p:par>
                      </p:childTnLst>
                    </p:cTn>
                  </p:par>
                </p:childTnLst>
              </p:cTn>
              <p:nextCondLst>
                <p:cond evt="onClick" delay="0">
                  <p:tgtEl>
                    <p:spTgt spid="104"/>
                  </p:tgtEl>
                </p:cond>
              </p:nextCondLst>
            </p:seq>
            <p:seq concurrent="1" nextAc="seek">
              <p:cTn id="66" restart="whenNotActive" fill="hold" evtFilter="cancelBubble" nodeType="interactiveSeq">
                <p:stCondLst>
                  <p:cond evt="onClick" delay="0">
                    <p:tgtEl>
                      <p:spTgt spid="112"/>
                    </p:tgtEl>
                  </p:cond>
                </p:stCondLst>
                <p:endSync evt="end" delay="0">
                  <p:rtn val="all"/>
                </p:endSync>
                <p:childTnLst>
                  <p:par>
                    <p:cTn id="67" fill="hold">
                      <p:stCondLst>
                        <p:cond delay="0"/>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109"/>
                                        </p:tgtEl>
                                        <p:attrNameLst>
                                          <p:attrName>style.visibility</p:attrName>
                                        </p:attrNameLst>
                                      </p:cBhvr>
                                      <p:to>
                                        <p:strVal val="visible"/>
                                      </p:to>
                                    </p:set>
                                    <p:anim calcmode="lin" valueType="num">
                                      <p:cBhvr>
                                        <p:cTn id="71" dur="500" fill="hold"/>
                                        <p:tgtEl>
                                          <p:spTgt spid="109"/>
                                        </p:tgtEl>
                                        <p:attrNameLst>
                                          <p:attrName>ppt_w</p:attrName>
                                        </p:attrNameLst>
                                      </p:cBhvr>
                                      <p:tavLst>
                                        <p:tav tm="0">
                                          <p:val>
                                            <p:fltVal val="0"/>
                                          </p:val>
                                        </p:tav>
                                        <p:tav tm="100000">
                                          <p:val>
                                            <p:strVal val="#ppt_w"/>
                                          </p:val>
                                        </p:tav>
                                      </p:tavLst>
                                    </p:anim>
                                    <p:anim calcmode="lin" valueType="num">
                                      <p:cBhvr>
                                        <p:cTn id="72" dur="500" fill="hold"/>
                                        <p:tgtEl>
                                          <p:spTgt spid="109"/>
                                        </p:tgtEl>
                                        <p:attrNameLst>
                                          <p:attrName>ppt_h</p:attrName>
                                        </p:attrNameLst>
                                      </p:cBhvr>
                                      <p:tavLst>
                                        <p:tav tm="0">
                                          <p:val>
                                            <p:fltVal val="0"/>
                                          </p:val>
                                        </p:tav>
                                        <p:tav tm="100000">
                                          <p:val>
                                            <p:strVal val="#ppt_h"/>
                                          </p:val>
                                        </p:tav>
                                      </p:tavLst>
                                    </p:anim>
                                    <p:animEffect transition="in" filter="fade">
                                      <p:cBhvr>
                                        <p:cTn id="73" dur="500"/>
                                        <p:tgtEl>
                                          <p:spTgt spid="109"/>
                                        </p:tgtEl>
                                      </p:cBhvr>
                                    </p:animEffect>
                                  </p:childTnLst>
                                </p:cTn>
                              </p:par>
                            </p:childTnLst>
                          </p:cTn>
                        </p:par>
                      </p:childTnLst>
                    </p:cTn>
                  </p:par>
                </p:childTnLst>
              </p:cTn>
              <p:nextCondLst>
                <p:cond evt="onClick" delay="0">
                  <p:tgtEl>
                    <p:spTgt spid="112"/>
                  </p:tgtEl>
                </p:cond>
              </p:nextCondLst>
            </p:seq>
            <p:seq concurrent="1" nextAc="seek">
              <p:cTn id="74" restart="whenNotActive" fill="hold" evtFilter="cancelBubble" nodeType="interactiveSeq">
                <p:stCondLst>
                  <p:cond evt="onClick" delay="0">
                    <p:tgtEl>
                      <p:spTgt spid="114"/>
                    </p:tgtEl>
                  </p:cond>
                </p:stCondLst>
                <p:endSync evt="end" delay="0">
                  <p:rtn val="all"/>
                </p:endSync>
                <p:childTnLst>
                  <p:par>
                    <p:cTn id="75" fill="hold">
                      <p:stCondLst>
                        <p:cond delay="0"/>
                      </p:stCondLst>
                      <p:childTnLst>
                        <p:par>
                          <p:cTn id="76" fill="hold">
                            <p:stCondLst>
                              <p:cond delay="0"/>
                            </p:stCondLst>
                            <p:childTnLst>
                              <p:par>
                                <p:cTn id="77" presetID="53" presetClass="entr" presetSubtype="16" fill="hold" nodeType="clickEffect">
                                  <p:stCondLst>
                                    <p:cond delay="0"/>
                                  </p:stCondLst>
                                  <p:childTnLst>
                                    <p:set>
                                      <p:cBhvr>
                                        <p:cTn id="78" dur="1" fill="hold">
                                          <p:stCondLst>
                                            <p:cond delay="0"/>
                                          </p:stCondLst>
                                        </p:cTn>
                                        <p:tgtEl>
                                          <p:spTgt spid="107"/>
                                        </p:tgtEl>
                                        <p:attrNameLst>
                                          <p:attrName>style.visibility</p:attrName>
                                        </p:attrNameLst>
                                      </p:cBhvr>
                                      <p:to>
                                        <p:strVal val="visible"/>
                                      </p:to>
                                    </p:set>
                                    <p:anim calcmode="lin" valueType="num">
                                      <p:cBhvr>
                                        <p:cTn id="79" dur="500" fill="hold"/>
                                        <p:tgtEl>
                                          <p:spTgt spid="107"/>
                                        </p:tgtEl>
                                        <p:attrNameLst>
                                          <p:attrName>ppt_w</p:attrName>
                                        </p:attrNameLst>
                                      </p:cBhvr>
                                      <p:tavLst>
                                        <p:tav tm="0">
                                          <p:val>
                                            <p:fltVal val="0"/>
                                          </p:val>
                                        </p:tav>
                                        <p:tav tm="100000">
                                          <p:val>
                                            <p:strVal val="#ppt_w"/>
                                          </p:val>
                                        </p:tav>
                                      </p:tavLst>
                                    </p:anim>
                                    <p:anim calcmode="lin" valueType="num">
                                      <p:cBhvr>
                                        <p:cTn id="80" dur="500" fill="hold"/>
                                        <p:tgtEl>
                                          <p:spTgt spid="107"/>
                                        </p:tgtEl>
                                        <p:attrNameLst>
                                          <p:attrName>ppt_h</p:attrName>
                                        </p:attrNameLst>
                                      </p:cBhvr>
                                      <p:tavLst>
                                        <p:tav tm="0">
                                          <p:val>
                                            <p:fltVal val="0"/>
                                          </p:val>
                                        </p:tav>
                                        <p:tav tm="100000">
                                          <p:val>
                                            <p:strVal val="#ppt_h"/>
                                          </p:val>
                                        </p:tav>
                                      </p:tavLst>
                                    </p:anim>
                                    <p:animEffect transition="in" filter="fade">
                                      <p:cBhvr>
                                        <p:cTn id="81" dur="500"/>
                                        <p:tgtEl>
                                          <p:spTgt spid="107"/>
                                        </p:tgtEl>
                                      </p:cBhvr>
                                    </p:animEffect>
                                  </p:childTnLst>
                                </p:cTn>
                              </p:par>
                            </p:childTnLst>
                          </p:cTn>
                        </p:par>
                      </p:childTnLst>
                    </p:cTn>
                  </p:par>
                </p:childTnLst>
              </p:cTn>
              <p:nextCondLst>
                <p:cond evt="onClick" delay="0">
                  <p:tgtEl>
                    <p:spTgt spid="114"/>
                  </p:tgtEl>
                </p:cond>
              </p:nextCondLst>
            </p:seq>
            <p:seq concurrent="1" nextAc="seek">
              <p:cTn id="82" restart="whenNotActive" fill="hold" evtFilter="cancelBubble" nodeType="interactiveSeq">
                <p:stCondLst>
                  <p:cond evt="onClick" delay="0">
                    <p:tgtEl>
                      <p:spTgt spid="116"/>
                    </p:tgtEl>
                  </p:cond>
                </p:stCondLst>
                <p:endSync evt="end" delay="0">
                  <p:rtn val="all"/>
                </p:endSync>
                <p:childTnLst>
                  <p:par>
                    <p:cTn id="83" fill="hold">
                      <p:stCondLst>
                        <p:cond delay="0"/>
                      </p:stCondLst>
                      <p:childTnLst>
                        <p:par>
                          <p:cTn id="84" fill="hold">
                            <p:stCondLst>
                              <p:cond delay="0"/>
                            </p:stCondLst>
                            <p:childTnLst>
                              <p:par>
                                <p:cTn id="85" presetID="53" presetClass="entr" presetSubtype="16" fill="hold" nodeType="clickEffect">
                                  <p:stCondLst>
                                    <p:cond delay="0"/>
                                  </p:stCondLst>
                                  <p:childTnLst>
                                    <p:set>
                                      <p:cBhvr>
                                        <p:cTn id="86" dur="1" fill="hold">
                                          <p:stCondLst>
                                            <p:cond delay="0"/>
                                          </p:stCondLst>
                                        </p:cTn>
                                        <p:tgtEl>
                                          <p:spTgt spid="105"/>
                                        </p:tgtEl>
                                        <p:attrNameLst>
                                          <p:attrName>style.visibility</p:attrName>
                                        </p:attrNameLst>
                                      </p:cBhvr>
                                      <p:to>
                                        <p:strVal val="visible"/>
                                      </p:to>
                                    </p:set>
                                    <p:anim calcmode="lin" valueType="num">
                                      <p:cBhvr>
                                        <p:cTn id="87" dur="500" fill="hold"/>
                                        <p:tgtEl>
                                          <p:spTgt spid="105"/>
                                        </p:tgtEl>
                                        <p:attrNameLst>
                                          <p:attrName>ppt_w</p:attrName>
                                        </p:attrNameLst>
                                      </p:cBhvr>
                                      <p:tavLst>
                                        <p:tav tm="0">
                                          <p:val>
                                            <p:fltVal val="0"/>
                                          </p:val>
                                        </p:tav>
                                        <p:tav tm="100000">
                                          <p:val>
                                            <p:strVal val="#ppt_w"/>
                                          </p:val>
                                        </p:tav>
                                      </p:tavLst>
                                    </p:anim>
                                    <p:anim calcmode="lin" valueType="num">
                                      <p:cBhvr>
                                        <p:cTn id="88" dur="500" fill="hold"/>
                                        <p:tgtEl>
                                          <p:spTgt spid="105"/>
                                        </p:tgtEl>
                                        <p:attrNameLst>
                                          <p:attrName>ppt_h</p:attrName>
                                        </p:attrNameLst>
                                      </p:cBhvr>
                                      <p:tavLst>
                                        <p:tav tm="0">
                                          <p:val>
                                            <p:fltVal val="0"/>
                                          </p:val>
                                        </p:tav>
                                        <p:tav tm="100000">
                                          <p:val>
                                            <p:strVal val="#ppt_h"/>
                                          </p:val>
                                        </p:tav>
                                      </p:tavLst>
                                    </p:anim>
                                    <p:animEffect transition="in" filter="fade">
                                      <p:cBhvr>
                                        <p:cTn id="89" dur="500"/>
                                        <p:tgtEl>
                                          <p:spTgt spid="105"/>
                                        </p:tgtEl>
                                      </p:cBhvr>
                                    </p:animEffect>
                                  </p:childTnLst>
                                </p:cTn>
                              </p:par>
                            </p:childTnLst>
                          </p:cTn>
                        </p:par>
                      </p:childTnLst>
                    </p:cTn>
                  </p:par>
                </p:childTnLst>
              </p:cTn>
              <p:nextCondLst>
                <p:cond evt="onClick" delay="0">
                  <p:tgtEl>
                    <p:spTgt spid="116"/>
                  </p:tgtEl>
                </p:cond>
              </p:nextCondLst>
            </p:seq>
            <p:seq concurrent="1" nextAc="seek">
              <p:cTn id="90" restart="whenNotActive" fill="hold" evtFilter="cancelBubble" nodeType="interactiveSeq">
                <p:stCondLst>
                  <p:cond evt="onClick" delay="0">
                    <p:tgtEl>
                      <p:spTgt spid="118"/>
                    </p:tgtEl>
                  </p:cond>
                </p:stCondLst>
                <p:endSync evt="end" delay="0">
                  <p:rtn val="all"/>
                </p:endSync>
                <p:childTnLst>
                  <p:par>
                    <p:cTn id="91" fill="hold">
                      <p:stCondLst>
                        <p:cond delay="0"/>
                      </p:stCondLst>
                      <p:childTnLst>
                        <p:par>
                          <p:cTn id="92" fill="hold">
                            <p:stCondLst>
                              <p:cond delay="0"/>
                            </p:stCondLst>
                            <p:childTnLst>
                              <p:par>
                                <p:cTn id="93" presetID="53" presetClass="entr" presetSubtype="16" fill="hold" nodeType="clickEffect">
                                  <p:stCondLst>
                                    <p:cond delay="0"/>
                                  </p:stCondLst>
                                  <p:childTnLst>
                                    <p:set>
                                      <p:cBhvr>
                                        <p:cTn id="94" dur="1" fill="hold">
                                          <p:stCondLst>
                                            <p:cond delay="0"/>
                                          </p:stCondLst>
                                        </p:cTn>
                                        <p:tgtEl>
                                          <p:spTgt spid="103"/>
                                        </p:tgtEl>
                                        <p:attrNameLst>
                                          <p:attrName>style.visibility</p:attrName>
                                        </p:attrNameLst>
                                      </p:cBhvr>
                                      <p:to>
                                        <p:strVal val="visible"/>
                                      </p:to>
                                    </p:set>
                                    <p:anim calcmode="lin" valueType="num">
                                      <p:cBhvr>
                                        <p:cTn id="95" dur="500" fill="hold"/>
                                        <p:tgtEl>
                                          <p:spTgt spid="103"/>
                                        </p:tgtEl>
                                        <p:attrNameLst>
                                          <p:attrName>ppt_w</p:attrName>
                                        </p:attrNameLst>
                                      </p:cBhvr>
                                      <p:tavLst>
                                        <p:tav tm="0">
                                          <p:val>
                                            <p:fltVal val="0"/>
                                          </p:val>
                                        </p:tav>
                                        <p:tav tm="100000">
                                          <p:val>
                                            <p:strVal val="#ppt_w"/>
                                          </p:val>
                                        </p:tav>
                                      </p:tavLst>
                                    </p:anim>
                                    <p:anim calcmode="lin" valueType="num">
                                      <p:cBhvr>
                                        <p:cTn id="96" dur="500" fill="hold"/>
                                        <p:tgtEl>
                                          <p:spTgt spid="103"/>
                                        </p:tgtEl>
                                        <p:attrNameLst>
                                          <p:attrName>ppt_h</p:attrName>
                                        </p:attrNameLst>
                                      </p:cBhvr>
                                      <p:tavLst>
                                        <p:tav tm="0">
                                          <p:val>
                                            <p:fltVal val="0"/>
                                          </p:val>
                                        </p:tav>
                                        <p:tav tm="100000">
                                          <p:val>
                                            <p:strVal val="#ppt_h"/>
                                          </p:val>
                                        </p:tav>
                                      </p:tavLst>
                                    </p:anim>
                                    <p:animEffect transition="in" filter="fade">
                                      <p:cBhvr>
                                        <p:cTn id="97" dur="500"/>
                                        <p:tgtEl>
                                          <p:spTgt spid="103"/>
                                        </p:tgtEl>
                                      </p:cBhvr>
                                    </p:animEffect>
                                  </p:childTnLst>
                                </p:cTn>
                              </p:par>
                            </p:childTnLst>
                          </p:cTn>
                        </p:par>
                      </p:childTnLst>
                    </p:cTn>
                  </p:par>
                </p:childTnLst>
              </p:cTn>
              <p:nextCondLst>
                <p:cond evt="onClick" delay="0">
                  <p:tgtEl>
                    <p:spTgt spid="118"/>
                  </p:tgtEl>
                </p:cond>
              </p:nextCondLst>
            </p:seq>
            <p:seq concurrent="1" nextAc="seek">
              <p:cTn id="98" restart="whenNotActive" fill="hold" evtFilter="cancelBubble" nodeType="interactiveSeq">
                <p:stCondLst>
                  <p:cond evt="onClick" delay="0">
                    <p:tgtEl>
                      <p:spTgt spid="120"/>
                    </p:tgtEl>
                  </p:cond>
                </p:stCondLst>
                <p:endSync evt="end" delay="0">
                  <p:rtn val="all"/>
                </p:endSync>
                <p:childTnLst>
                  <p:par>
                    <p:cTn id="99" fill="hold">
                      <p:stCondLst>
                        <p:cond delay="0"/>
                      </p:stCondLst>
                      <p:childTnLst>
                        <p:par>
                          <p:cTn id="100" fill="hold">
                            <p:stCondLst>
                              <p:cond delay="0"/>
                            </p:stCondLst>
                            <p:childTnLst>
                              <p:par>
                                <p:cTn id="101" presetID="53" presetClass="entr" presetSubtype="16" fill="hold" nodeType="clickEffect">
                                  <p:stCondLst>
                                    <p:cond delay="0"/>
                                  </p:stCondLst>
                                  <p:childTnLst>
                                    <p:set>
                                      <p:cBhvr>
                                        <p:cTn id="102" dur="1" fill="hold">
                                          <p:stCondLst>
                                            <p:cond delay="0"/>
                                          </p:stCondLst>
                                        </p:cTn>
                                        <p:tgtEl>
                                          <p:spTgt spid="110"/>
                                        </p:tgtEl>
                                        <p:attrNameLst>
                                          <p:attrName>style.visibility</p:attrName>
                                        </p:attrNameLst>
                                      </p:cBhvr>
                                      <p:to>
                                        <p:strVal val="visible"/>
                                      </p:to>
                                    </p:set>
                                    <p:anim calcmode="lin" valueType="num">
                                      <p:cBhvr>
                                        <p:cTn id="103" dur="500" fill="hold"/>
                                        <p:tgtEl>
                                          <p:spTgt spid="110"/>
                                        </p:tgtEl>
                                        <p:attrNameLst>
                                          <p:attrName>ppt_w</p:attrName>
                                        </p:attrNameLst>
                                      </p:cBhvr>
                                      <p:tavLst>
                                        <p:tav tm="0">
                                          <p:val>
                                            <p:fltVal val="0"/>
                                          </p:val>
                                        </p:tav>
                                        <p:tav tm="100000">
                                          <p:val>
                                            <p:strVal val="#ppt_w"/>
                                          </p:val>
                                        </p:tav>
                                      </p:tavLst>
                                    </p:anim>
                                    <p:anim calcmode="lin" valueType="num">
                                      <p:cBhvr>
                                        <p:cTn id="104" dur="500" fill="hold"/>
                                        <p:tgtEl>
                                          <p:spTgt spid="110"/>
                                        </p:tgtEl>
                                        <p:attrNameLst>
                                          <p:attrName>ppt_h</p:attrName>
                                        </p:attrNameLst>
                                      </p:cBhvr>
                                      <p:tavLst>
                                        <p:tav tm="0">
                                          <p:val>
                                            <p:fltVal val="0"/>
                                          </p:val>
                                        </p:tav>
                                        <p:tav tm="100000">
                                          <p:val>
                                            <p:strVal val="#ppt_h"/>
                                          </p:val>
                                        </p:tav>
                                      </p:tavLst>
                                    </p:anim>
                                    <p:animEffect transition="in" filter="fade">
                                      <p:cBhvr>
                                        <p:cTn id="105" dur="500"/>
                                        <p:tgtEl>
                                          <p:spTgt spid="110"/>
                                        </p:tgtEl>
                                      </p:cBhvr>
                                    </p:animEffect>
                                  </p:childTnLst>
                                </p:cTn>
                              </p:par>
                            </p:childTnLst>
                          </p:cTn>
                        </p:par>
                      </p:childTnLst>
                    </p:cTn>
                  </p:par>
                </p:childTnLst>
              </p:cTn>
              <p:nextCondLst>
                <p:cond evt="onClick" delay="0">
                  <p:tgtEl>
                    <p:spTgt spid="120"/>
                  </p:tgtEl>
                </p:cond>
              </p:nextCondLst>
            </p:seq>
            <p:seq concurrent="1" nextAc="seek">
              <p:cTn id="106" restart="whenNotActive" fill="hold" evtFilter="cancelBubble" nodeType="interactiveSeq">
                <p:stCondLst>
                  <p:cond evt="onClick" delay="0">
                    <p:tgtEl>
                      <p:spTgt spid="122"/>
                    </p:tgtEl>
                  </p:cond>
                </p:stCondLst>
                <p:endSync evt="end" delay="0">
                  <p:rtn val="all"/>
                </p:endSync>
                <p:childTnLst>
                  <p:par>
                    <p:cTn id="107" fill="hold">
                      <p:stCondLst>
                        <p:cond delay="0"/>
                      </p:stCondLst>
                      <p:childTnLst>
                        <p:par>
                          <p:cTn id="108" fill="hold">
                            <p:stCondLst>
                              <p:cond delay="0"/>
                            </p:stCondLst>
                            <p:childTnLst>
                              <p:par>
                                <p:cTn id="109" presetID="53" presetClass="entr" presetSubtype="16" fill="hold" nodeType="clickEffect">
                                  <p:stCondLst>
                                    <p:cond delay="0"/>
                                  </p:stCondLst>
                                  <p:childTnLst>
                                    <p:set>
                                      <p:cBhvr>
                                        <p:cTn id="110" dur="1" fill="hold">
                                          <p:stCondLst>
                                            <p:cond delay="0"/>
                                          </p:stCondLst>
                                        </p:cTn>
                                        <p:tgtEl>
                                          <p:spTgt spid="108"/>
                                        </p:tgtEl>
                                        <p:attrNameLst>
                                          <p:attrName>style.visibility</p:attrName>
                                        </p:attrNameLst>
                                      </p:cBhvr>
                                      <p:to>
                                        <p:strVal val="visible"/>
                                      </p:to>
                                    </p:set>
                                    <p:anim calcmode="lin" valueType="num">
                                      <p:cBhvr>
                                        <p:cTn id="111" dur="500" fill="hold"/>
                                        <p:tgtEl>
                                          <p:spTgt spid="108"/>
                                        </p:tgtEl>
                                        <p:attrNameLst>
                                          <p:attrName>ppt_w</p:attrName>
                                        </p:attrNameLst>
                                      </p:cBhvr>
                                      <p:tavLst>
                                        <p:tav tm="0">
                                          <p:val>
                                            <p:fltVal val="0"/>
                                          </p:val>
                                        </p:tav>
                                        <p:tav tm="100000">
                                          <p:val>
                                            <p:strVal val="#ppt_w"/>
                                          </p:val>
                                        </p:tav>
                                      </p:tavLst>
                                    </p:anim>
                                    <p:anim calcmode="lin" valueType="num">
                                      <p:cBhvr>
                                        <p:cTn id="112" dur="500" fill="hold"/>
                                        <p:tgtEl>
                                          <p:spTgt spid="108"/>
                                        </p:tgtEl>
                                        <p:attrNameLst>
                                          <p:attrName>ppt_h</p:attrName>
                                        </p:attrNameLst>
                                      </p:cBhvr>
                                      <p:tavLst>
                                        <p:tav tm="0">
                                          <p:val>
                                            <p:fltVal val="0"/>
                                          </p:val>
                                        </p:tav>
                                        <p:tav tm="100000">
                                          <p:val>
                                            <p:strVal val="#ppt_h"/>
                                          </p:val>
                                        </p:tav>
                                      </p:tavLst>
                                    </p:anim>
                                    <p:animEffect transition="in" filter="fade">
                                      <p:cBhvr>
                                        <p:cTn id="113" dur="500"/>
                                        <p:tgtEl>
                                          <p:spTgt spid="108"/>
                                        </p:tgtEl>
                                      </p:cBhvr>
                                    </p:animEffect>
                                  </p:childTnLst>
                                </p:cTn>
                              </p:par>
                            </p:childTnLst>
                          </p:cTn>
                        </p:par>
                      </p:childTnLst>
                    </p:cTn>
                  </p:par>
                </p:childTnLst>
              </p:cTn>
              <p:nextCondLst>
                <p:cond evt="onClick" delay="0">
                  <p:tgtEl>
                    <p:spTgt spid="122"/>
                  </p:tgtEl>
                </p:cond>
              </p:nextCondLst>
            </p:seq>
            <p:seq concurrent="1" nextAc="seek">
              <p:cTn id="114" restart="whenNotActive" fill="hold" evtFilter="cancelBubble" nodeType="interactiveSeq">
                <p:stCondLst>
                  <p:cond evt="onClick" delay="0">
                    <p:tgtEl>
                      <p:spTgt spid="124"/>
                    </p:tgtEl>
                  </p:cond>
                </p:stCondLst>
                <p:endSync evt="end" delay="0">
                  <p:rtn val="all"/>
                </p:endSync>
                <p:childTnLst>
                  <p:par>
                    <p:cTn id="115" fill="hold">
                      <p:stCondLst>
                        <p:cond delay="0"/>
                      </p:stCondLst>
                      <p:childTnLst>
                        <p:par>
                          <p:cTn id="116" fill="hold">
                            <p:stCondLst>
                              <p:cond delay="0"/>
                            </p:stCondLst>
                            <p:childTnLst>
                              <p:par>
                                <p:cTn id="117" presetID="53" presetClass="entr" presetSubtype="16" fill="hold" nodeType="clickEffect">
                                  <p:stCondLst>
                                    <p:cond delay="0"/>
                                  </p:stCondLst>
                                  <p:childTnLst>
                                    <p:set>
                                      <p:cBhvr>
                                        <p:cTn id="118" dur="1" fill="hold">
                                          <p:stCondLst>
                                            <p:cond delay="0"/>
                                          </p:stCondLst>
                                        </p:cTn>
                                        <p:tgtEl>
                                          <p:spTgt spid="106"/>
                                        </p:tgtEl>
                                        <p:attrNameLst>
                                          <p:attrName>style.visibility</p:attrName>
                                        </p:attrNameLst>
                                      </p:cBhvr>
                                      <p:to>
                                        <p:strVal val="visible"/>
                                      </p:to>
                                    </p:set>
                                    <p:anim calcmode="lin" valueType="num">
                                      <p:cBhvr>
                                        <p:cTn id="119" dur="500" fill="hold"/>
                                        <p:tgtEl>
                                          <p:spTgt spid="106"/>
                                        </p:tgtEl>
                                        <p:attrNameLst>
                                          <p:attrName>ppt_w</p:attrName>
                                        </p:attrNameLst>
                                      </p:cBhvr>
                                      <p:tavLst>
                                        <p:tav tm="0">
                                          <p:val>
                                            <p:fltVal val="0"/>
                                          </p:val>
                                        </p:tav>
                                        <p:tav tm="100000">
                                          <p:val>
                                            <p:strVal val="#ppt_w"/>
                                          </p:val>
                                        </p:tav>
                                      </p:tavLst>
                                    </p:anim>
                                    <p:anim calcmode="lin" valueType="num">
                                      <p:cBhvr>
                                        <p:cTn id="120" dur="500" fill="hold"/>
                                        <p:tgtEl>
                                          <p:spTgt spid="106"/>
                                        </p:tgtEl>
                                        <p:attrNameLst>
                                          <p:attrName>ppt_h</p:attrName>
                                        </p:attrNameLst>
                                      </p:cBhvr>
                                      <p:tavLst>
                                        <p:tav tm="0">
                                          <p:val>
                                            <p:fltVal val="0"/>
                                          </p:val>
                                        </p:tav>
                                        <p:tav tm="100000">
                                          <p:val>
                                            <p:strVal val="#ppt_h"/>
                                          </p:val>
                                        </p:tav>
                                      </p:tavLst>
                                    </p:anim>
                                    <p:animEffect transition="in" filter="fade">
                                      <p:cBhvr>
                                        <p:cTn id="121" dur="500"/>
                                        <p:tgtEl>
                                          <p:spTgt spid="106"/>
                                        </p:tgtEl>
                                      </p:cBhvr>
                                    </p:animEffect>
                                  </p:childTnLst>
                                </p:cTn>
                              </p:par>
                            </p:childTnLst>
                          </p:cTn>
                        </p:par>
                      </p:childTnLst>
                    </p:cTn>
                  </p:par>
                </p:childTnLst>
              </p:cTn>
              <p:nextCondLst>
                <p:cond evt="onClick" delay="0">
                  <p:tgtEl>
                    <p:spTgt spid="124"/>
                  </p:tgtEl>
                </p:cond>
              </p:nextCondLst>
            </p:seq>
            <p:seq concurrent="1" nextAc="seek">
              <p:cTn id="122" restart="whenNotActive" fill="hold" evtFilter="cancelBubble" nodeType="interactiveSeq">
                <p:stCondLst>
                  <p:cond evt="onClick" delay="0">
                    <p:tgtEl>
                      <p:spTgt spid="126"/>
                    </p:tgtEl>
                  </p:cond>
                </p:stCondLst>
                <p:endSync evt="end" delay="0">
                  <p:rtn val="all"/>
                </p:endSync>
                <p:childTnLst>
                  <p:par>
                    <p:cTn id="123" fill="hold">
                      <p:stCondLst>
                        <p:cond delay="0"/>
                      </p:stCondLst>
                      <p:childTnLst>
                        <p:par>
                          <p:cTn id="124" fill="hold">
                            <p:stCondLst>
                              <p:cond delay="0"/>
                            </p:stCondLst>
                            <p:childTnLst>
                              <p:par>
                                <p:cTn id="125" presetID="53" presetClass="entr" presetSubtype="16" fill="hold" nodeType="clickEffect">
                                  <p:stCondLst>
                                    <p:cond delay="0"/>
                                  </p:stCondLst>
                                  <p:childTnLst>
                                    <p:set>
                                      <p:cBhvr>
                                        <p:cTn id="126" dur="1" fill="hold">
                                          <p:stCondLst>
                                            <p:cond delay="0"/>
                                          </p:stCondLst>
                                        </p:cTn>
                                        <p:tgtEl>
                                          <p:spTgt spid="104"/>
                                        </p:tgtEl>
                                        <p:attrNameLst>
                                          <p:attrName>style.visibility</p:attrName>
                                        </p:attrNameLst>
                                      </p:cBhvr>
                                      <p:to>
                                        <p:strVal val="visible"/>
                                      </p:to>
                                    </p:set>
                                    <p:anim calcmode="lin" valueType="num">
                                      <p:cBhvr>
                                        <p:cTn id="127" dur="500" fill="hold"/>
                                        <p:tgtEl>
                                          <p:spTgt spid="104"/>
                                        </p:tgtEl>
                                        <p:attrNameLst>
                                          <p:attrName>ppt_w</p:attrName>
                                        </p:attrNameLst>
                                      </p:cBhvr>
                                      <p:tavLst>
                                        <p:tav tm="0">
                                          <p:val>
                                            <p:fltVal val="0"/>
                                          </p:val>
                                        </p:tav>
                                        <p:tav tm="100000">
                                          <p:val>
                                            <p:strVal val="#ppt_w"/>
                                          </p:val>
                                        </p:tav>
                                      </p:tavLst>
                                    </p:anim>
                                    <p:anim calcmode="lin" valueType="num">
                                      <p:cBhvr>
                                        <p:cTn id="128" dur="500" fill="hold"/>
                                        <p:tgtEl>
                                          <p:spTgt spid="104"/>
                                        </p:tgtEl>
                                        <p:attrNameLst>
                                          <p:attrName>ppt_h</p:attrName>
                                        </p:attrNameLst>
                                      </p:cBhvr>
                                      <p:tavLst>
                                        <p:tav tm="0">
                                          <p:val>
                                            <p:fltVal val="0"/>
                                          </p:val>
                                        </p:tav>
                                        <p:tav tm="100000">
                                          <p:val>
                                            <p:strVal val="#ppt_h"/>
                                          </p:val>
                                        </p:tav>
                                      </p:tavLst>
                                    </p:anim>
                                    <p:animEffect transition="in" filter="fade">
                                      <p:cBhvr>
                                        <p:cTn id="129" dur="500"/>
                                        <p:tgtEl>
                                          <p:spTgt spid="104"/>
                                        </p:tgtEl>
                                      </p:cBhvr>
                                    </p:animEffect>
                                  </p:childTnLst>
                                </p:cTn>
                              </p:par>
                            </p:childTnLst>
                          </p:cTn>
                        </p:par>
                      </p:childTnLst>
                    </p:cTn>
                  </p:par>
                </p:childTnLst>
              </p:cTn>
              <p:nextCondLst>
                <p:cond evt="onClick" delay="0">
                  <p:tgtEl>
                    <p:spTgt spid="126"/>
                  </p:tgtEl>
                </p:cond>
              </p:nextCondLst>
            </p:seq>
            <p:seq concurrent="1" nextAc="seek">
              <p:cTn id="130" restart="whenNotActive" fill="hold" evtFilter="cancelBubble" nodeType="interactiveSeq">
                <p:stCondLst>
                  <p:cond evt="onClick" delay="0">
                    <p:tgtEl>
                      <p:spTgt spid="2"/>
                    </p:tgtEl>
                  </p:cond>
                </p:stCondLst>
                <p:endSync evt="end" delay="0">
                  <p:rtn val="all"/>
                </p:endSync>
                <p:childTnLst>
                  <p:par>
                    <p:cTn id="131" fill="hold">
                      <p:stCondLst>
                        <p:cond delay="0"/>
                      </p:stCondLst>
                      <p:childTnLst>
                        <p:par>
                          <p:cTn id="132" fill="hold">
                            <p:stCondLst>
                              <p:cond delay="0"/>
                            </p:stCondLst>
                            <p:childTnLst>
                              <p:par>
                                <p:cTn id="133" presetID="2" presetClass="exit" presetSubtype="2" fill="hold" grpId="0" nodeType="clickEffect">
                                  <p:stCondLst>
                                    <p:cond delay="0"/>
                                  </p:stCondLst>
                                  <p:childTnLst>
                                    <p:anim calcmode="lin" valueType="num">
                                      <p:cBhvr additive="base">
                                        <p:cTn id="134" dur="600000"/>
                                        <p:tgtEl>
                                          <p:spTgt spid="2"/>
                                        </p:tgtEl>
                                        <p:attrNameLst>
                                          <p:attrName>ppt_x</p:attrName>
                                        </p:attrNameLst>
                                      </p:cBhvr>
                                      <p:tavLst>
                                        <p:tav tm="0">
                                          <p:val>
                                            <p:strVal val="ppt_x"/>
                                          </p:val>
                                        </p:tav>
                                        <p:tav tm="100000">
                                          <p:val>
                                            <p:strVal val="1+ppt_w/2"/>
                                          </p:val>
                                        </p:tav>
                                      </p:tavLst>
                                    </p:anim>
                                    <p:anim calcmode="lin" valueType="num">
                                      <p:cBhvr additive="base">
                                        <p:cTn id="135" dur="600000"/>
                                        <p:tgtEl>
                                          <p:spTgt spid="2"/>
                                        </p:tgtEl>
                                        <p:attrNameLst>
                                          <p:attrName>ppt_y</p:attrName>
                                        </p:attrNameLst>
                                      </p:cBhvr>
                                      <p:tavLst>
                                        <p:tav tm="0">
                                          <p:val>
                                            <p:strVal val="ppt_y"/>
                                          </p:val>
                                        </p:tav>
                                        <p:tav tm="100000">
                                          <p:val>
                                            <p:strVal val="ppt_y"/>
                                          </p:val>
                                        </p:tav>
                                      </p:tavLst>
                                    </p:anim>
                                    <p:set>
                                      <p:cBhvr>
                                        <p:cTn id="136" dur="1" fill="hold">
                                          <p:stCondLst>
                                            <p:cond delay="599999"/>
                                          </p:stCondLst>
                                        </p:cTn>
                                        <p:tgtEl>
                                          <p:spTgt spid="2"/>
                                        </p:tgtEl>
                                        <p:attrNameLst>
                                          <p:attrName>style.visibility</p:attrName>
                                        </p:attrNameLst>
                                      </p:cBhvr>
                                      <p:to>
                                        <p:strVal val="hidden"/>
                                      </p:to>
                                    </p:set>
                                  </p:childTnLst>
                                </p:cTn>
                              </p:par>
                            </p:childTnLst>
                          </p:cTn>
                        </p:par>
                        <p:par>
                          <p:cTn id="137" fill="hold">
                            <p:stCondLst>
                              <p:cond delay="600000"/>
                            </p:stCondLst>
                            <p:childTnLst>
                              <p:par>
                                <p:cTn id="138" presetID="2" presetClass="exit" presetSubtype="2" fill="hold" grpId="0" nodeType="afterEffect">
                                  <p:stCondLst>
                                    <p:cond delay="0"/>
                                  </p:stCondLst>
                                  <p:childTnLst>
                                    <p:anim calcmode="lin" valueType="num">
                                      <p:cBhvr additive="base">
                                        <p:cTn id="139" dur="600000"/>
                                        <p:tgtEl>
                                          <p:spTgt spid="90"/>
                                        </p:tgtEl>
                                        <p:attrNameLst>
                                          <p:attrName>ppt_x</p:attrName>
                                        </p:attrNameLst>
                                      </p:cBhvr>
                                      <p:tavLst>
                                        <p:tav tm="0">
                                          <p:val>
                                            <p:strVal val="ppt_x"/>
                                          </p:val>
                                        </p:tav>
                                        <p:tav tm="100000">
                                          <p:val>
                                            <p:strVal val="1+ppt_w/2"/>
                                          </p:val>
                                        </p:tav>
                                      </p:tavLst>
                                    </p:anim>
                                    <p:anim calcmode="lin" valueType="num">
                                      <p:cBhvr additive="base">
                                        <p:cTn id="140" dur="600000"/>
                                        <p:tgtEl>
                                          <p:spTgt spid="90"/>
                                        </p:tgtEl>
                                        <p:attrNameLst>
                                          <p:attrName>ppt_y</p:attrName>
                                        </p:attrNameLst>
                                      </p:cBhvr>
                                      <p:tavLst>
                                        <p:tav tm="0">
                                          <p:val>
                                            <p:strVal val="ppt_y"/>
                                          </p:val>
                                        </p:tav>
                                        <p:tav tm="100000">
                                          <p:val>
                                            <p:strVal val="ppt_y"/>
                                          </p:val>
                                        </p:tav>
                                      </p:tavLst>
                                    </p:anim>
                                    <p:set>
                                      <p:cBhvr>
                                        <p:cTn id="141" dur="1" fill="hold">
                                          <p:stCondLst>
                                            <p:cond delay="599999"/>
                                          </p:stCondLst>
                                        </p:cTn>
                                        <p:tgtEl>
                                          <p:spTgt spid="90"/>
                                        </p:tgtEl>
                                        <p:attrNameLst>
                                          <p:attrName>style.visibility</p:attrName>
                                        </p:attrNameLst>
                                      </p:cBhvr>
                                      <p:to>
                                        <p:strVal val="hidden"/>
                                      </p:to>
                                    </p:set>
                                  </p:childTnLst>
                                </p:cTn>
                              </p:par>
                            </p:childTnLst>
                          </p:cTn>
                        </p:par>
                        <p:par>
                          <p:cTn id="142" fill="hold">
                            <p:stCondLst>
                              <p:cond delay="1200000"/>
                            </p:stCondLst>
                            <p:childTnLst>
                              <p:par>
                                <p:cTn id="143" presetID="2" presetClass="exit" presetSubtype="2" fill="hold" grpId="0" nodeType="afterEffect">
                                  <p:stCondLst>
                                    <p:cond delay="0"/>
                                  </p:stCondLst>
                                  <p:childTnLst>
                                    <p:anim calcmode="lin" valueType="num">
                                      <p:cBhvr additive="base">
                                        <p:cTn id="144" dur="600000"/>
                                        <p:tgtEl>
                                          <p:spTgt spid="91"/>
                                        </p:tgtEl>
                                        <p:attrNameLst>
                                          <p:attrName>ppt_x</p:attrName>
                                        </p:attrNameLst>
                                      </p:cBhvr>
                                      <p:tavLst>
                                        <p:tav tm="0">
                                          <p:val>
                                            <p:strVal val="ppt_x"/>
                                          </p:val>
                                        </p:tav>
                                        <p:tav tm="100000">
                                          <p:val>
                                            <p:strVal val="1+ppt_w/2"/>
                                          </p:val>
                                        </p:tav>
                                      </p:tavLst>
                                    </p:anim>
                                    <p:anim calcmode="lin" valueType="num">
                                      <p:cBhvr additive="base">
                                        <p:cTn id="145" dur="600000"/>
                                        <p:tgtEl>
                                          <p:spTgt spid="91"/>
                                        </p:tgtEl>
                                        <p:attrNameLst>
                                          <p:attrName>ppt_y</p:attrName>
                                        </p:attrNameLst>
                                      </p:cBhvr>
                                      <p:tavLst>
                                        <p:tav tm="0">
                                          <p:val>
                                            <p:strVal val="ppt_y"/>
                                          </p:val>
                                        </p:tav>
                                        <p:tav tm="100000">
                                          <p:val>
                                            <p:strVal val="ppt_y"/>
                                          </p:val>
                                        </p:tav>
                                      </p:tavLst>
                                    </p:anim>
                                    <p:set>
                                      <p:cBhvr>
                                        <p:cTn id="146" dur="1" fill="hold">
                                          <p:stCondLst>
                                            <p:cond delay="599999"/>
                                          </p:stCondLst>
                                        </p:cTn>
                                        <p:tgtEl>
                                          <p:spTgt spid="91"/>
                                        </p:tgtEl>
                                        <p:attrNameLst>
                                          <p:attrName>style.visibility</p:attrName>
                                        </p:attrNameLst>
                                      </p:cBhvr>
                                      <p:to>
                                        <p:strVal val="hidden"/>
                                      </p:to>
                                    </p:set>
                                  </p:childTnLst>
                                </p:cTn>
                              </p:par>
                            </p:childTnLst>
                          </p:cTn>
                        </p:par>
                      </p:childTnLst>
                    </p:cTn>
                  </p:par>
                </p:childTnLst>
              </p:cTn>
              <p:nextCondLst>
                <p:cond evt="onClick" delay="0">
                  <p:tgtEl>
                    <p:spTgt spid="2"/>
                  </p:tgtEl>
                </p:cond>
              </p:nextCondLst>
            </p:seq>
          </p:childTnLst>
        </p:cTn>
      </p:par>
    </p:tnLst>
    <p:bldLst>
      <p:bldP spid="91" grpId="0" animBg="1"/>
      <p:bldP spid="90" grpId="0" animBg="1"/>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A46"/>
        </a:solidFill>
        <a:effectLst/>
      </p:bgPr>
    </p:bg>
    <p:spTree>
      <p:nvGrpSpPr>
        <p:cNvPr id="1" name=""/>
        <p:cNvGrpSpPr/>
        <p:nvPr/>
      </p:nvGrpSpPr>
      <p:grpSpPr>
        <a:xfrm>
          <a:off x="0" y="0"/>
          <a:ext cx="0" cy="0"/>
          <a:chOff x="0" y="0"/>
          <a:chExt cx="0" cy="0"/>
        </a:xfrm>
      </p:grpSpPr>
      <p:sp>
        <p:nvSpPr>
          <p:cNvPr id="3" name="Shape 1"/>
          <p:cNvSpPr/>
          <p:nvPr/>
        </p:nvSpPr>
        <p:spPr>
          <a:xfrm>
            <a:off x="-228600" y="4480560"/>
            <a:ext cx="2103120" cy="2103120"/>
          </a:xfrm>
          <a:prstGeom prst="arc">
            <a:avLst/>
          </a:prstGeom>
          <a:noFill/>
          <a:ln w="12700">
            <a:solidFill>
              <a:srgbClr val="2F5961">
                <a:alpha val="45000"/>
              </a:srgbClr>
            </a:solidFill>
            <a:prstDash val="solid"/>
          </a:ln>
        </p:spPr>
        <p:txBody>
          <a:bodyPr/>
          <a:lstStyle/>
          <a:p>
            <a:endParaRPr lang="en-US"/>
          </a:p>
        </p:txBody>
      </p:sp>
      <p:sp>
        <p:nvSpPr>
          <p:cNvPr id="4" name="Shape 2"/>
          <p:cNvSpPr/>
          <p:nvPr/>
        </p:nvSpPr>
        <p:spPr>
          <a:xfrm>
            <a:off x="9144000" y="320040"/>
            <a:ext cx="2743200" cy="2743200"/>
          </a:xfrm>
          <a:prstGeom prst="arc">
            <a:avLst/>
          </a:prstGeom>
          <a:noFill/>
          <a:ln w="12700">
            <a:solidFill>
              <a:srgbClr val="2F5961">
                <a:alpha val="30000"/>
              </a:srgbClr>
            </a:solidFill>
            <a:prstDash val="solid"/>
          </a:ln>
        </p:spPr>
        <p:txBody>
          <a:bodyPr/>
          <a:lstStyle/>
          <a:p>
            <a:endParaRPr lang="en-US"/>
          </a:p>
        </p:txBody>
      </p:sp>
      <p:sp>
        <p:nvSpPr>
          <p:cNvPr id="5" name="Shape 3"/>
          <p:cNvSpPr/>
          <p:nvPr/>
        </p:nvSpPr>
        <p:spPr>
          <a:xfrm>
            <a:off x="8458200" y="502920"/>
            <a:ext cx="2926080" cy="3291840"/>
          </a:xfrm>
          <a:prstGeom prst="ellipse">
            <a:avLst/>
          </a:prstGeom>
          <a:solidFill>
            <a:srgbClr val="2C5963">
              <a:alpha val="28000"/>
            </a:srgbClr>
          </a:solidFill>
          <a:ln w="12700">
            <a:solidFill>
              <a:srgbClr val="2C5963">
                <a:alpha val="0"/>
              </a:srgbClr>
            </a:solidFill>
            <a:prstDash val="solid"/>
          </a:ln>
        </p:spPr>
        <p:txBody>
          <a:bodyPr/>
          <a:lstStyle/>
          <a:p>
            <a:endParaRPr lang="en-US"/>
          </a:p>
        </p:txBody>
      </p:sp>
      <p:sp>
        <p:nvSpPr>
          <p:cNvPr id="6" name="Text 4"/>
          <p:cNvSpPr/>
          <p:nvPr/>
        </p:nvSpPr>
        <p:spPr>
          <a:xfrm>
            <a:off x="457200" y="320040"/>
            <a:ext cx="4389120" cy="182880"/>
          </a:xfrm>
          <a:prstGeom prst="rect">
            <a:avLst/>
          </a:prstGeom>
          <a:noFill/>
          <a:ln/>
        </p:spPr>
        <p:txBody>
          <a:bodyPr wrap="square" lIns="0" tIns="0" rIns="0" bIns="0" rtlCol="0" anchor="ctr"/>
          <a:lstStyle/>
          <a:p>
            <a:pPr marL="0" indent="0">
              <a:buNone/>
            </a:pPr>
            <a:r>
              <a:rPr lang="en-US" sz="850" b="1" dirty="0">
                <a:solidFill>
                  <a:srgbClr val="FDBB55"/>
                </a:solidFill>
                <a:latin typeface="Aptos" pitchFamily="34" charset="0"/>
                <a:ea typeface="Aptos" pitchFamily="34" charset="-122"/>
                <a:cs typeface="Aptos" pitchFamily="34" charset="-120"/>
              </a:rPr>
              <a:t>CENTERSTONE CLINICAL TRAINING SERIES</a:t>
            </a:r>
            <a:endParaRPr lang="en-US" sz="850" dirty="0"/>
          </a:p>
        </p:txBody>
      </p:sp>
      <p:sp>
        <p:nvSpPr>
          <p:cNvPr id="7" name="Shape 5"/>
          <p:cNvSpPr/>
          <p:nvPr/>
        </p:nvSpPr>
        <p:spPr>
          <a:xfrm>
            <a:off x="457200" y="804672"/>
            <a:ext cx="11247120" cy="0"/>
          </a:xfrm>
          <a:prstGeom prst="line">
            <a:avLst/>
          </a:prstGeom>
          <a:noFill/>
          <a:ln w="12700">
            <a:solidFill>
              <a:srgbClr val="2B5660">
                <a:alpha val="40000"/>
              </a:srgbClr>
            </a:solidFill>
            <a:prstDash val="solid"/>
          </a:ln>
        </p:spPr>
        <p:txBody>
          <a:bodyPr/>
          <a:lstStyle/>
          <a:p>
            <a:endParaRPr lang="en-US"/>
          </a:p>
        </p:txBody>
      </p:sp>
      <p:sp>
        <p:nvSpPr>
          <p:cNvPr id="8" name="Text 6"/>
          <p:cNvSpPr/>
          <p:nvPr/>
        </p:nvSpPr>
        <p:spPr>
          <a:xfrm>
            <a:off x="2560320" y="1783080"/>
            <a:ext cx="7132320" cy="493776"/>
          </a:xfrm>
          <a:prstGeom prst="rect">
            <a:avLst/>
          </a:prstGeom>
          <a:noFill/>
          <a:ln/>
        </p:spPr>
        <p:txBody>
          <a:bodyPr wrap="square" lIns="0" tIns="0" rIns="0" bIns="0" rtlCol="0" anchor="ctr"/>
          <a:lstStyle/>
          <a:p>
            <a:pPr marL="0" indent="0" algn="ctr">
              <a:buNone/>
            </a:pPr>
            <a:r>
              <a:rPr lang="en-US" sz="3600" dirty="0">
                <a:solidFill>
                  <a:srgbClr val="FDBB55"/>
                </a:solidFill>
                <a:latin typeface="Aptos Display" pitchFamily="34" charset="0"/>
                <a:ea typeface="Aptos Display" pitchFamily="34" charset="-122"/>
                <a:cs typeface="Aptos Display" pitchFamily="34" charset="-120"/>
              </a:rPr>
              <a:t>Therapist-driven discussion</a:t>
            </a:r>
            <a:endParaRPr lang="en-US" sz="3600" dirty="0"/>
          </a:p>
        </p:txBody>
      </p:sp>
      <p:sp>
        <p:nvSpPr>
          <p:cNvPr id="9" name="Text 7"/>
          <p:cNvSpPr/>
          <p:nvPr/>
        </p:nvSpPr>
        <p:spPr>
          <a:xfrm>
            <a:off x="2842591" y="2414013"/>
            <a:ext cx="6649279" cy="2436283"/>
          </a:xfrm>
          <a:prstGeom prst="rect">
            <a:avLst/>
          </a:prstGeom>
          <a:noFill/>
          <a:ln/>
        </p:spPr>
        <p:txBody>
          <a:bodyPr wrap="square" lIns="0" tIns="0" rIns="0" bIns="0" rtlCol="0" anchor="ctr">
            <a:normAutofit/>
          </a:bodyPr>
          <a:lstStyle/>
          <a:p>
            <a:pPr marL="0" indent="0" algn="ctr">
              <a:buNone/>
            </a:pPr>
            <a:r>
              <a:rPr lang="en-US" sz="1600" b="1" dirty="0">
                <a:solidFill>
                  <a:srgbClr val="E3ECEC"/>
                </a:solidFill>
              </a:rPr>
              <a:t>The floor is open. Everyone take a moment and consider</a:t>
            </a:r>
            <a:endParaRPr lang="en-US" sz="1600" dirty="0"/>
          </a:p>
          <a:p>
            <a:pPr marL="0" indent="0" algn="ctr">
              <a:buNone/>
            </a:pPr>
            <a:r>
              <a:rPr lang="en-US" sz="1600" b="1" dirty="0">
                <a:solidFill>
                  <a:srgbClr val="E3ECEC"/>
                </a:solidFill>
              </a:rPr>
              <a:t>something you have struggled with or have questions about. </a:t>
            </a:r>
          </a:p>
          <a:p>
            <a:pPr marL="0" indent="0" algn="ctr">
              <a:buNone/>
            </a:pPr>
            <a:endParaRPr lang="en-US" sz="1600" b="1" dirty="0">
              <a:solidFill>
                <a:srgbClr val="E3ECEC"/>
              </a:solidFill>
            </a:endParaRPr>
          </a:p>
          <a:p>
            <a:pPr marL="0" indent="0" algn="ctr">
              <a:buNone/>
            </a:pPr>
            <a:r>
              <a:rPr lang="en-US" sz="1600" b="1" dirty="0">
                <a:solidFill>
                  <a:srgbClr val="E3ECEC"/>
                </a:solidFill>
              </a:rPr>
              <a:t>In virtual meeting, if you would like to share but don’t want to talk over your peers, use the hand raise feature.  </a:t>
            </a:r>
          </a:p>
          <a:p>
            <a:pPr marL="0" indent="0" algn="ctr">
              <a:buNone/>
            </a:pPr>
            <a:endParaRPr lang="en-US" sz="1600" b="1" dirty="0">
              <a:solidFill>
                <a:srgbClr val="E3ECEC"/>
              </a:solidFill>
            </a:endParaRPr>
          </a:p>
          <a:p>
            <a:pPr marL="0" indent="0" algn="ctr">
              <a:buNone/>
            </a:pPr>
            <a:r>
              <a:rPr lang="en-US" sz="1600" dirty="0">
                <a:solidFill>
                  <a:srgbClr val="E3ECEC"/>
                </a:solidFill>
              </a:rPr>
              <a:t>Allow enough time to check this week’s homework assignment.</a:t>
            </a:r>
            <a:endParaRPr lang="en-US" sz="1600" dirty="0"/>
          </a:p>
        </p:txBody>
      </p:sp>
      <p:sp>
        <p:nvSpPr>
          <p:cNvPr id="2" name="10_minute_timer_bar1"/>
          <p:cNvSpPr/>
          <p:nvPr/>
        </p:nvSpPr>
        <p:spPr>
          <a:xfrm>
            <a:off x="1" y="6254496"/>
            <a:ext cx="12191695" cy="45719"/>
          </a:xfrm>
          <a:prstGeom prst="rect">
            <a:avLst/>
          </a:prstGeom>
          <a:solidFill>
            <a:srgbClr val="FDBB55"/>
          </a:solidFill>
          <a:ln w="12700">
            <a:solidFill>
              <a:srgbClr val="FDBB55"/>
            </a:solidFill>
            <a:prstDash val="solid"/>
          </a:ln>
        </p:spPr>
        <p:txBody>
          <a:bodyPr/>
          <a:lstStyle/>
          <a:p>
            <a:endParaRPr lang="en-US"/>
          </a:p>
        </p:txBody>
      </p:sp>
      <p:sp>
        <p:nvSpPr>
          <p:cNvPr id="17" name="10_minute_timer_bar2">
            <a:extLst>
              <a:ext uri="{FF2B5EF4-FFF2-40B4-BE49-F238E27FC236}">
                <a16:creationId xmlns:a16="http://schemas.microsoft.com/office/drawing/2014/main" id="{172EB65F-E8D7-436F-6BA4-AA38271645DA}"/>
              </a:ext>
            </a:extLst>
          </p:cNvPr>
          <p:cNvSpPr/>
          <p:nvPr/>
        </p:nvSpPr>
        <p:spPr>
          <a:xfrm>
            <a:off x="0" y="6290231"/>
            <a:ext cx="12191695" cy="45719"/>
          </a:xfrm>
          <a:prstGeom prst="rect">
            <a:avLst/>
          </a:prstGeom>
          <a:solidFill>
            <a:srgbClr val="FDBB55"/>
          </a:solidFill>
          <a:ln w="12700">
            <a:solidFill>
              <a:srgbClr val="FDBB55"/>
            </a:solidFill>
            <a:prstDash val="solid"/>
          </a:ln>
        </p:spPr>
        <p:txBody>
          <a:bodyPr/>
          <a:lstStyle/>
          <a:p>
            <a:endParaRPr lang="en-US"/>
          </a:p>
        </p:txBody>
      </p:sp>
      <p:sp>
        <p:nvSpPr>
          <p:cNvPr id="18" name="10_minute_timer_bar3">
            <a:extLst>
              <a:ext uri="{FF2B5EF4-FFF2-40B4-BE49-F238E27FC236}">
                <a16:creationId xmlns:a16="http://schemas.microsoft.com/office/drawing/2014/main" id="{E8B28720-54C1-4576-B623-696DB11EB035}"/>
              </a:ext>
            </a:extLst>
          </p:cNvPr>
          <p:cNvSpPr/>
          <p:nvPr/>
        </p:nvSpPr>
        <p:spPr>
          <a:xfrm>
            <a:off x="-1" y="6335950"/>
            <a:ext cx="12191695" cy="45719"/>
          </a:xfrm>
          <a:prstGeom prst="rect">
            <a:avLst/>
          </a:prstGeom>
          <a:solidFill>
            <a:srgbClr val="FDBB55"/>
          </a:solidFill>
          <a:ln w="12700">
            <a:solidFill>
              <a:srgbClr val="FDBB55"/>
            </a:solidFill>
            <a:prstDash val="solid"/>
          </a:ln>
        </p:spPr>
        <p:txBody>
          <a:bodyPr/>
          <a:lstStyle/>
          <a:p>
            <a:endParaRPr lang="en-US"/>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exit" presetSubtype="2" fill="hold" grpId="0" nodeType="clickEffect">
                                  <p:stCondLst>
                                    <p:cond delay="0"/>
                                  </p:stCondLst>
                                  <p:childTnLst>
                                    <p:anim calcmode="lin" valueType="num">
                                      <p:cBhvr additive="base">
                                        <p:cTn id="6" dur="600000"/>
                                        <p:tgtEl>
                                          <p:spTgt spid="2"/>
                                        </p:tgtEl>
                                        <p:attrNameLst>
                                          <p:attrName>ppt_x</p:attrName>
                                        </p:attrNameLst>
                                      </p:cBhvr>
                                      <p:tavLst>
                                        <p:tav tm="0">
                                          <p:val>
                                            <p:strVal val="ppt_x"/>
                                          </p:val>
                                        </p:tav>
                                        <p:tav tm="100000">
                                          <p:val>
                                            <p:strVal val="1+ppt_w/2"/>
                                          </p:val>
                                        </p:tav>
                                      </p:tavLst>
                                    </p:anim>
                                    <p:anim calcmode="lin" valueType="num">
                                      <p:cBhvr additive="base">
                                        <p:cTn id="7" dur="600000"/>
                                        <p:tgtEl>
                                          <p:spTgt spid="2"/>
                                        </p:tgtEl>
                                        <p:attrNameLst>
                                          <p:attrName>ppt_y</p:attrName>
                                        </p:attrNameLst>
                                      </p:cBhvr>
                                      <p:tavLst>
                                        <p:tav tm="0">
                                          <p:val>
                                            <p:strVal val="ppt_y"/>
                                          </p:val>
                                        </p:tav>
                                        <p:tav tm="100000">
                                          <p:val>
                                            <p:strVal val="ppt_y"/>
                                          </p:val>
                                        </p:tav>
                                      </p:tavLst>
                                    </p:anim>
                                    <p:set>
                                      <p:cBhvr>
                                        <p:cTn id="8" dur="1" fill="hold">
                                          <p:stCondLst>
                                            <p:cond delay="599999"/>
                                          </p:stCondLst>
                                        </p:cTn>
                                        <p:tgtEl>
                                          <p:spTgt spid="2"/>
                                        </p:tgtEl>
                                        <p:attrNameLst>
                                          <p:attrName>style.visibility</p:attrName>
                                        </p:attrNameLst>
                                      </p:cBhvr>
                                      <p:to>
                                        <p:strVal val="hidden"/>
                                      </p:to>
                                    </p:set>
                                  </p:childTnLst>
                                </p:cTn>
                              </p:par>
                            </p:childTnLst>
                          </p:cTn>
                        </p:par>
                        <p:par>
                          <p:cTn id="9" fill="hold">
                            <p:stCondLst>
                              <p:cond delay="600000"/>
                            </p:stCondLst>
                            <p:childTnLst>
                              <p:par>
                                <p:cTn id="10" presetID="2" presetClass="exit" presetSubtype="2" fill="hold" grpId="0" nodeType="afterEffect">
                                  <p:stCondLst>
                                    <p:cond delay="0"/>
                                  </p:stCondLst>
                                  <p:childTnLst>
                                    <p:anim calcmode="lin" valueType="num">
                                      <p:cBhvr additive="base">
                                        <p:cTn id="11" dur="600000"/>
                                        <p:tgtEl>
                                          <p:spTgt spid="17"/>
                                        </p:tgtEl>
                                        <p:attrNameLst>
                                          <p:attrName>ppt_x</p:attrName>
                                        </p:attrNameLst>
                                      </p:cBhvr>
                                      <p:tavLst>
                                        <p:tav tm="0">
                                          <p:val>
                                            <p:strVal val="ppt_x"/>
                                          </p:val>
                                        </p:tav>
                                        <p:tav tm="100000">
                                          <p:val>
                                            <p:strVal val="1+ppt_w/2"/>
                                          </p:val>
                                        </p:tav>
                                      </p:tavLst>
                                    </p:anim>
                                    <p:anim calcmode="lin" valueType="num">
                                      <p:cBhvr additive="base">
                                        <p:cTn id="12" dur="600000"/>
                                        <p:tgtEl>
                                          <p:spTgt spid="17"/>
                                        </p:tgtEl>
                                        <p:attrNameLst>
                                          <p:attrName>ppt_y</p:attrName>
                                        </p:attrNameLst>
                                      </p:cBhvr>
                                      <p:tavLst>
                                        <p:tav tm="0">
                                          <p:val>
                                            <p:strVal val="ppt_y"/>
                                          </p:val>
                                        </p:tav>
                                        <p:tav tm="100000">
                                          <p:val>
                                            <p:strVal val="ppt_y"/>
                                          </p:val>
                                        </p:tav>
                                      </p:tavLst>
                                    </p:anim>
                                    <p:set>
                                      <p:cBhvr>
                                        <p:cTn id="13" dur="1" fill="hold">
                                          <p:stCondLst>
                                            <p:cond delay="599999"/>
                                          </p:stCondLst>
                                        </p:cTn>
                                        <p:tgtEl>
                                          <p:spTgt spid="17"/>
                                        </p:tgtEl>
                                        <p:attrNameLst>
                                          <p:attrName>style.visibility</p:attrName>
                                        </p:attrNameLst>
                                      </p:cBhvr>
                                      <p:to>
                                        <p:strVal val="hidden"/>
                                      </p:to>
                                    </p:set>
                                  </p:childTnLst>
                                </p:cTn>
                              </p:par>
                            </p:childTnLst>
                          </p:cTn>
                        </p:par>
                        <p:par>
                          <p:cTn id="14" fill="hold">
                            <p:stCondLst>
                              <p:cond delay="1200000"/>
                            </p:stCondLst>
                            <p:childTnLst>
                              <p:par>
                                <p:cTn id="15" presetID="2" presetClass="exit" presetSubtype="2" fill="hold" grpId="0" nodeType="afterEffect">
                                  <p:stCondLst>
                                    <p:cond delay="0"/>
                                  </p:stCondLst>
                                  <p:childTnLst>
                                    <p:anim calcmode="lin" valueType="num">
                                      <p:cBhvr additive="base">
                                        <p:cTn id="16" dur="600000"/>
                                        <p:tgtEl>
                                          <p:spTgt spid="18"/>
                                        </p:tgtEl>
                                        <p:attrNameLst>
                                          <p:attrName>ppt_x</p:attrName>
                                        </p:attrNameLst>
                                      </p:cBhvr>
                                      <p:tavLst>
                                        <p:tav tm="0">
                                          <p:val>
                                            <p:strVal val="ppt_x"/>
                                          </p:val>
                                        </p:tav>
                                        <p:tav tm="100000">
                                          <p:val>
                                            <p:strVal val="1+ppt_w/2"/>
                                          </p:val>
                                        </p:tav>
                                      </p:tavLst>
                                    </p:anim>
                                    <p:anim calcmode="lin" valueType="num">
                                      <p:cBhvr additive="base">
                                        <p:cTn id="17" dur="600000"/>
                                        <p:tgtEl>
                                          <p:spTgt spid="18"/>
                                        </p:tgtEl>
                                        <p:attrNameLst>
                                          <p:attrName>ppt_y</p:attrName>
                                        </p:attrNameLst>
                                      </p:cBhvr>
                                      <p:tavLst>
                                        <p:tav tm="0">
                                          <p:val>
                                            <p:strVal val="ppt_y"/>
                                          </p:val>
                                        </p:tav>
                                        <p:tav tm="100000">
                                          <p:val>
                                            <p:strVal val="ppt_y"/>
                                          </p:val>
                                        </p:tav>
                                      </p:tavLst>
                                    </p:anim>
                                    <p:set>
                                      <p:cBhvr>
                                        <p:cTn id="18" dur="1" fill="hold">
                                          <p:stCondLst>
                                            <p:cond delay="5999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2"/>
                  </p:tgtEl>
                </p:cond>
              </p:nextCondLst>
            </p:seq>
          </p:childTnLst>
        </p:cTn>
      </p:par>
    </p:tnLst>
    <p:bldLst>
      <p:bldP spid="2"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3A46"/>
        </a:solidFill>
        <a:effectLst/>
      </p:bgPr>
    </p:bg>
    <p:spTree>
      <p:nvGrpSpPr>
        <p:cNvPr id="1" name=""/>
        <p:cNvGrpSpPr/>
        <p:nvPr/>
      </p:nvGrpSpPr>
      <p:grpSpPr>
        <a:xfrm>
          <a:off x="0" y="0"/>
          <a:ext cx="0" cy="0"/>
          <a:chOff x="0" y="0"/>
          <a:chExt cx="0" cy="0"/>
        </a:xfrm>
      </p:grpSpPr>
      <p:sp>
        <p:nvSpPr>
          <p:cNvPr id="3" name="Shape 1"/>
          <p:cNvSpPr/>
          <p:nvPr/>
        </p:nvSpPr>
        <p:spPr>
          <a:xfrm>
            <a:off x="-228600" y="4480560"/>
            <a:ext cx="2103120" cy="2103120"/>
          </a:xfrm>
          <a:prstGeom prst="arc">
            <a:avLst/>
          </a:prstGeom>
          <a:noFill/>
          <a:ln w="12700">
            <a:solidFill>
              <a:srgbClr val="2F5961">
                <a:alpha val="45000"/>
              </a:srgbClr>
            </a:solidFill>
            <a:prstDash val="solid"/>
          </a:ln>
        </p:spPr>
        <p:txBody>
          <a:bodyPr/>
          <a:lstStyle/>
          <a:p>
            <a:endParaRPr lang="en-US"/>
          </a:p>
        </p:txBody>
      </p:sp>
      <p:sp>
        <p:nvSpPr>
          <p:cNvPr id="4" name="Shape 2"/>
          <p:cNvSpPr/>
          <p:nvPr/>
        </p:nvSpPr>
        <p:spPr>
          <a:xfrm>
            <a:off x="9144000" y="320040"/>
            <a:ext cx="2743200" cy="2743200"/>
          </a:xfrm>
          <a:prstGeom prst="arc">
            <a:avLst/>
          </a:prstGeom>
          <a:noFill/>
          <a:ln w="12700">
            <a:solidFill>
              <a:srgbClr val="2F5961">
                <a:alpha val="30000"/>
              </a:srgbClr>
            </a:solidFill>
            <a:prstDash val="solid"/>
          </a:ln>
        </p:spPr>
        <p:txBody>
          <a:bodyPr/>
          <a:lstStyle/>
          <a:p>
            <a:endParaRPr lang="en-US"/>
          </a:p>
        </p:txBody>
      </p:sp>
      <p:sp>
        <p:nvSpPr>
          <p:cNvPr id="5" name="Shape 3"/>
          <p:cNvSpPr/>
          <p:nvPr/>
        </p:nvSpPr>
        <p:spPr>
          <a:xfrm>
            <a:off x="8458200" y="502920"/>
            <a:ext cx="2926080" cy="3291840"/>
          </a:xfrm>
          <a:prstGeom prst="ellipse">
            <a:avLst/>
          </a:prstGeom>
          <a:solidFill>
            <a:srgbClr val="2C5963">
              <a:alpha val="28000"/>
            </a:srgbClr>
          </a:solidFill>
          <a:ln w="12700">
            <a:solidFill>
              <a:srgbClr val="2C5963">
                <a:alpha val="0"/>
              </a:srgbClr>
            </a:solidFill>
            <a:prstDash val="solid"/>
          </a:ln>
        </p:spPr>
        <p:txBody>
          <a:bodyPr/>
          <a:lstStyle/>
          <a:p>
            <a:endParaRPr lang="en-US"/>
          </a:p>
        </p:txBody>
      </p:sp>
      <p:sp>
        <p:nvSpPr>
          <p:cNvPr id="6" name="Text 4"/>
          <p:cNvSpPr/>
          <p:nvPr/>
        </p:nvSpPr>
        <p:spPr>
          <a:xfrm>
            <a:off x="548640" y="530352"/>
            <a:ext cx="6949440" cy="457200"/>
          </a:xfrm>
          <a:prstGeom prst="rect">
            <a:avLst/>
          </a:prstGeom>
          <a:noFill/>
          <a:ln/>
        </p:spPr>
        <p:txBody>
          <a:bodyPr wrap="square" lIns="0" tIns="0" rIns="0" bIns="0" rtlCol="0" anchor="ctr"/>
          <a:lstStyle/>
          <a:p>
            <a:pPr marL="0" indent="0">
              <a:buNone/>
            </a:pPr>
            <a:r>
              <a:rPr lang="en-US" sz="3600" dirty="0">
                <a:solidFill>
                  <a:srgbClr val="FDBB55"/>
                </a:solidFill>
                <a:latin typeface="Aptos Display" pitchFamily="34" charset="0"/>
                <a:ea typeface="Aptos Display" pitchFamily="34" charset="-122"/>
                <a:cs typeface="Aptos Display" pitchFamily="34" charset="-120"/>
              </a:rPr>
              <a:t>Homework assignment</a:t>
            </a:r>
            <a:endParaRPr lang="en-US" sz="3600" dirty="0"/>
          </a:p>
        </p:txBody>
      </p:sp>
      <p:sp>
        <p:nvSpPr>
          <p:cNvPr id="7" name="Text 5"/>
          <p:cNvSpPr/>
          <p:nvPr/>
        </p:nvSpPr>
        <p:spPr>
          <a:xfrm>
            <a:off x="548640" y="1051560"/>
            <a:ext cx="8869680" cy="182880"/>
          </a:xfrm>
          <a:prstGeom prst="rect">
            <a:avLst/>
          </a:prstGeom>
          <a:noFill/>
          <a:ln/>
        </p:spPr>
        <p:txBody>
          <a:bodyPr wrap="square" lIns="0" tIns="0" rIns="0" bIns="0" rtlCol="0" anchor="ctr"/>
          <a:lstStyle/>
          <a:p>
            <a:pPr marL="0" indent="0">
              <a:buNone/>
            </a:pPr>
            <a:r>
              <a:rPr lang="en-US" sz="1050" b="1" dirty="0">
                <a:solidFill>
                  <a:srgbClr val="9FD2CF"/>
                </a:solidFill>
              </a:rPr>
              <a:t>Select the previous week to review together at the beginning, select this week’s assignment to review before we wrap up.</a:t>
            </a:r>
            <a:endParaRPr lang="en-US" sz="1050" dirty="0"/>
          </a:p>
        </p:txBody>
      </p:sp>
      <p:grpSp>
        <p:nvGrpSpPr>
          <p:cNvPr id="103" name="back_week1">
            <a:extLst>
              <a:ext uri="{FF2B5EF4-FFF2-40B4-BE49-F238E27FC236}">
                <a16:creationId xmlns:a16="http://schemas.microsoft.com/office/drawing/2014/main" id="{98DAFF88-7F5C-6D2D-8EBE-B987A98E0911}"/>
              </a:ext>
            </a:extLst>
          </p:cNvPr>
          <p:cNvGrpSpPr/>
          <p:nvPr/>
        </p:nvGrpSpPr>
        <p:grpSpPr>
          <a:xfrm>
            <a:off x="640080" y="1536192"/>
            <a:ext cx="2514600" cy="1508760"/>
            <a:chOff x="640080" y="1536192"/>
            <a:chExt cx="2514600" cy="1508760"/>
          </a:xfrm>
        </p:grpSpPr>
        <p:sp>
          <p:nvSpPr>
            <p:cNvPr id="8" name="back_week1"/>
            <p:cNvSpPr/>
            <p:nvPr/>
          </p:nvSpPr>
          <p:spPr>
            <a:xfrm>
              <a:off x="640080"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9" name="Shape 7"/>
            <p:cNvSpPr/>
            <p:nvPr/>
          </p:nvSpPr>
          <p:spPr>
            <a:xfrm>
              <a:off x="804672"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10" name="Text 8"/>
            <p:cNvSpPr/>
            <p:nvPr/>
          </p:nvSpPr>
          <p:spPr>
            <a:xfrm>
              <a:off x="960120" y="1700784"/>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1</a:t>
              </a:r>
              <a:endParaRPr lang="en-US" sz="1000" dirty="0"/>
            </a:p>
          </p:txBody>
        </p:sp>
        <p:sp>
          <p:nvSpPr>
            <p:cNvPr id="11" name="Text 9"/>
            <p:cNvSpPr/>
            <p:nvPr/>
          </p:nvSpPr>
          <p:spPr>
            <a:xfrm>
              <a:off x="960120" y="1920240"/>
              <a:ext cx="1874520" cy="402336"/>
            </a:xfrm>
            <a:prstGeom prst="rect">
              <a:avLst/>
            </a:prstGeom>
            <a:noFill/>
            <a:ln/>
          </p:spPr>
          <p:txBody>
            <a:bodyPr wrap="square" lIns="381" tIns="381" rIns="381" bIns="381" rtlCol="0" anchor="ctr">
              <a:normAutofit/>
            </a:bodyPr>
            <a:lstStyle/>
            <a:p>
              <a:pPr marL="0" indent="0">
                <a:buNone/>
              </a:pPr>
              <a:r>
                <a:rPr lang="en-US" sz="1050" b="1" dirty="0">
                  <a:solidFill>
                    <a:srgbClr val="0E4E5F"/>
                  </a:solidFill>
                </a:rPr>
                <a:t>Welcome, Connection, and Professional Identity</a:t>
              </a:r>
              <a:endParaRPr lang="en-US" sz="1050" dirty="0"/>
            </a:p>
          </p:txBody>
        </p:sp>
        <p:sp>
          <p:nvSpPr>
            <p:cNvPr id="12" name="Text 10"/>
            <p:cNvSpPr/>
            <p:nvPr/>
          </p:nvSpPr>
          <p:spPr>
            <a:xfrm>
              <a:off x="960120" y="2414016"/>
              <a:ext cx="1892808" cy="429768"/>
            </a:xfrm>
            <a:prstGeom prst="rect">
              <a:avLst/>
            </a:prstGeom>
            <a:noFill/>
            <a:ln/>
          </p:spPr>
          <p:txBody>
            <a:bodyPr wrap="square" lIns="381" tIns="381" rIns="381" bIns="381" rtlCol="0" anchor="ctr">
              <a:normAutofit fontScale="70000" lnSpcReduction="20000"/>
            </a:bodyPr>
            <a:lstStyle/>
            <a:p>
              <a:pPr marL="0" indent="0">
                <a:buNone/>
              </a:pPr>
              <a:r>
                <a:rPr lang="en-US" sz="860" dirty="0">
                  <a:solidFill>
                    <a:srgbClr val="0E4E5F"/>
                  </a:solidFill>
                </a:rPr>
                <a:t>Identify one habit you will put in place this week that protects both client care and your own well-being.</a:t>
              </a:r>
              <a:endParaRPr lang="en-US" sz="860" dirty="0"/>
            </a:p>
            <a:p>
              <a:pPr marL="0" indent="0">
                <a:buNone/>
              </a:pPr>
              <a:endParaRPr lang="en-US" sz="860" dirty="0"/>
            </a:p>
            <a:p>
              <a:pPr marL="0" indent="0">
                <a:buNone/>
              </a:pPr>
              <a:r>
                <a:rPr lang="en-US" sz="860" dirty="0">
                  <a:solidFill>
                    <a:srgbClr val="0E4E5F"/>
                  </a:solidFill>
                </a:rPr>
                <a:t>Reflect on one commitment your future self will thank you for in 10 or 20 years.</a:t>
              </a:r>
              <a:endParaRPr lang="en-US" sz="860" dirty="0"/>
            </a:p>
          </p:txBody>
        </p:sp>
        <p:sp>
          <p:nvSpPr>
            <p:cNvPr id="13" name="Text 11"/>
            <p:cNvSpPr/>
            <p:nvPr/>
          </p:nvSpPr>
          <p:spPr>
            <a:xfrm>
              <a:off x="2770632" y="1645920"/>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102" name="back_week2">
            <a:extLst>
              <a:ext uri="{FF2B5EF4-FFF2-40B4-BE49-F238E27FC236}">
                <a16:creationId xmlns:a16="http://schemas.microsoft.com/office/drawing/2014/main" id="{65690E65-7EB1-658F-169E-2AD038C68625}"/>
              </a:ext>
            </a:extLst>
          </p:cNvPr>
          <p:cNvGrpSpPr/>
          <p:nvPr/>
        </p:nvGrpSpPr>
        <p:grpSpPr>
          <a:xfrm>
            <a:off x="3447288" y="1536192"/>
            <a:ext cx="2514600" cy="1508760"/>
            <a:chOff x="3447288" y="1536192"/>
            <a:chExt cx="2514600" cy="1508760"/>
          </a:xfrm>
        </p:grpSpPr>
        <p:sp>
          <p:nvSpPr>
            <p:cNvPr id="14" name="back_week2"/>
            <p:cNvSpPr/>
            <p:nvPr/>
          </p:nvSpPr>
          <p:spPr>
            <a:xfrm>
              <a:off x="3447288"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15" name="Shape 13"/>
            <p:cNvSpPr/>
            <p:nvPr/>
          </p:nvSpPr>
          <p:spPr>
            <a:xfrm>
              <a:off x="3611880"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16" name="Text 14"/>
            <p:cNvSpPr/>
            <p:nvPr/>
          </p:nvSpPr>
          <p:spPr>
            <a:xfrm>
              <a:off x="3767328" y="1700784"/>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2</a:t>
              </a:r>
              <a:endParaRPr lang="en-US" sz="1000" dirty="0"/>
            </a:p>
          </p:txBody>
        </p:sp>
        <p:sp>
          <p:nvSpPr>
            <p:cNvPr id="17" name="Text 15"/>
            <p:cNvSpPr/>
            <p:nvPr/>
          </p:nvSpPr>
          <p:spPr>
            <a:xfrm>
              <a:off x="3767328" y="1920240"/>
              <a:ext cx="1874520" cy="402336"/>
            </a:xfrm>
            <a:prstGeom prst="rect">
              <a:avLst/>
            </a:prstGeom>
            <a:noFill/>
            <a:ln/>
          </p:spPr>
          <p:txBody>
            <a:bodyPr wrap="square" lIns="381" tIns="381" rIns="381" bIns="381" rtlCol="0" anchor="ctr">
              <a:normAutofit fontScale="92500"/>
            </a:bodyPr>
            <a:lstStyle/>
            <a:p>
              <a:pPr marL="0" indent="0">
                <a:buNone/>
              </a:pPr>
              <a:r>
                <a:rPr lang="en-US" sz="1050" b="1" dirty="0">
                  <a:solidFill>
                    <a:srgbClr val="0E4E5F"/>
                  </a:solidFill>
                </a:rPr>
                <a:t>Self Care, Compassion Fatigue, and Sustainable Practice</a:t>
              </a:r>
              <a:endParaRPr lang="en-US" sz="1050" dirty="0"/>
            </a:p>
          </p:txBody>
        </p:sp>
        <p:sp>
          <p:nvSpPr>
            <p:cNvPr id="18" name="Text 16"/>
            <p:cNvSpPr/>
            <p:nvPr/>
          </p:nvSpPr>
          <p:spPr>
            <a:xfrm>
              <a:off x="3767328" y="2414016"/>
              <a:ext cx="1892808" cy="429768"/>
            </a:xfrm>
            <a:prstGeom prst="rect">
              <a:avLst/>
            </a:prstGeom>
            <a:noFill/>
            <a:ln/>
          </p:spPr>
          <p:txBody>
            <a:bodyPr wrap="square" lIns="381" tIns="381" rIns="381" bIns="381" rtlCol="0" anchor="ctr">
              <a:normAutofit fontScale="92500"/>
            </a:bodyPr>
            <a:lstStyle/>
            <a:p>
              <a:pPr marL="0" indent="0">
                <a:buNone/>
              </a:pPr>
              <a:r>
                <a:rPr lang="en-US" sz="860" dirty="0">
                  <a:solidFill>
                    <a:srgbClr val="0E4E5F"/>
                  </a:solidFill>
                </a:rPr>
                <a:t>Every work night this week, take at least 5 minutes to mindfully engage in a closing ritual when you finish your workday.</a:t>
              </a:r>
              <a:endParaRPr lang="en-US" sz="860" dirty="0"/>
            </a:p>
          </p:txBody>
        </p:sp>
        <p:sp>
          <p:nvSpPr>
            <p:cNvPr id="19" name="Text 17"/>
            <p:cNvSpPr/>
            <p:nvPr/>
          </p:nvSpPr>
          <p:spPr>
            <a:xfrm>
              <a:off x="5577840" y="1645920"/>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101" name="back_week3">
            <a:extLst>
              <a:ext uri="{FF2B5EF4-FFF2-40B4-BE49-F238E27FC236}">
                <a16:creationId xmlns:a16="http://schemas.microsoft.com/office/drawing/2014/main" id="{CDDF2653-B1D2-C428-513F-ABE708E3042C}"/>
              </a:ext>
            </a:extLst>
          </p:cNvPr>
          <p:cNvGrpSpPr/>
          <p:nvPr/>
        </p:nvGrpSpPr>
        <p:grpSpPr>
          <a:xfrm>
            <a:off x="6254496" y="1536192"/>
            <a:ext cx="2514600" cy="1508760"/>
            <a:chOff x="6254496" y="1536192"/>
            <a:chExt cx="2514600" cy="1508760"/>
          </a:xfrm>
        </p:grpSpPr>
        <p:sp>
          <p:nvSpPr>
            <p:cNvPr id="20" name="back_week3"/>
            <p:cNvSpPr/>
            <p:nvPr/>
          </p:nvSpPr>
          <p:spPr>
            <a:xfrm>
              <a:off x="6254496"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21" name="Shape 19"/>
            <p:cNvSpPr/>
            <p:nvPr/>
          </p:nvSpPr>
          <p:spPr>
            <a:xfrm>
              <a:off x="6419088"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22" name="Text 20"/>
            <p:cNvSpPr/>
            <p:nvPr/>
          </p:nvSpPr>
          <p:spPr>
            <a:xfrm>
              <a:off x="6574536" y="1700784"/>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3</a:t>
              </a:r>
              <a:endParaRPr lang="en-US" sz="1000" dirty="0"/>
            </a:p>
          </p:txBody>
        </p:sp>
        <p:sp>
          <p:nvSpPr>
            <p:cNvPr id="23" name="Text 21"/>
            <p:cNvSpPr/>
            <p:nvPr/>
          </p:nvSpPr>
          <p:spPr>
            <a:xfrm>
              <a:off x="6574536" y="1920240"/>
              <a:ext cx="1874520" cy="402336"/>
            </a:xfrm>
            <a:prstGeom prst="rect">
              <a:avLst/>
            </a:prstGeom>
            <a:noFill/>
            <a:ln/>
          </p:spPr>
          <p:txBody>
            <a:bodyPr wrap="square" lIns="381" tIns="381" rIns="381" bIns="381" rtlCol="0" anchor="ctr">
              <a:normAutofit/>
            </a:bodyPr>
            <a:lstStyle/>
            <a:p>
              <a:pPr marL="0" indent="0">
                <a:buNone/>
              </a:pPr>
              <a:r>
                <a:rPr lang="en-US" sz="1050" b="1" dirty="0">
                  <a:solidFill>
                    <a:srgbClr val="0E4E5F"/>
                  </a:solidFill>
                </a:rPr>
                <a:t>Email Mastery and Workflow Foundations</a:t>
              </a:r>
              <a:endParaRPr lang="en-US" sz="1050" dirty="0"/>
            </a:p>
          </p:txBody>
        </p:sp>
        <p:sp>
          <p:nvSpPr>
            <p:cNvPr id="24" name="Text 22"/>
            <p:cNvSpPr/>
            <p:nvPr/>
          </p:nvSpPr>
          <p:spPr>
            <a:xfrm>
              <a:off x="6574536" y="2414016"/>
              <a:ext cx="1892808" cy="429768"/>
            </a:xfrm>
            <a:prstGeom prst="rect">
              <a:avLst/>
            </a:prstGeom>
            <a:noFill/>
            <a:ln/>
          </p:spPr>
          <p:txBody>
            <a:bodyPr wrap="square" lIns="381" tIns="381" rIns="381" bIns="381" rtlCol="0" anchor="ctr">
              <a:normAutofit fontScale="47500" lnSpcReduction="20000"/>
            </a:bodyPr>
            <a:lstStyle/>
            <a:p>
              <a:pPr marL="0" indent="0">
                <a:buNone/>
              </a:pPr>
              <a:r>
                <a:rPr lang="en-US" sz="860" dirty="0">
                  <a:solidFill>
                    <a:srgbClr val="0E4E5F"/>
                  </a:solidFill>
                </a:rPr>
                <a:t>Experiment with using Copilot to help draft or edit an email or text message you are struggling to write.</a:t>
              </a:r>
              <a:endParaRPr lang="en-US" sz="860" dirty="0"/>
            </a:p>
            <a:p>
              <a:pPr marL="0" indent="0">
                <a:buNone/>
              </a:pPr>
              <a:endParaRPr lang="en-US" sz="860" dirty="0"/>
            </a:p>
            <a:p>
              <a:pPr marL="0" indent="0">
                <a:buNone/>
              </a:pPr>
              <a:r>
                <a:rPr lang="en-US" sz="860" dirty="0">
                  <a:solidFill>
                    <a:srgbClr val="0E4E5F"/>
                  </a:solidFill>
                </a:rPr>
                <a:t>Explore how it can support clearer communication across languages, while remembering that AI translation should be reviewed carefully and does not replace qualified interpretation when accuracy, consent, safety, or clinical nuance is involved.</a:t>
              </a:r>
              <a:endParaRPr lang="en-US" sz="860" dirty="0"/>
            </a:p>
          </p:txBody>
        </p:sp>
        <p:sp>
          <p:nvSpPr>
            <p:cNvPr id="25" name="Text 23"/>
            <p:cNvSpPr/>
            <p:nvPr/>
          </p:nvSpPr>
          <p:spPr>
            <a:xfrm>
              <a:off x="8385048" y="1645920"/>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100" name="back_week4">
            <a:extLst>
              <a:ext uri="{FF2B5EF4-FFF2-40B4-BE49-F238E27FC236}">
                <a16:creationId xmlns:a16="http://schemas.microsoft.com/office/drawing/2014/main" id="{C9CE1F04-E590-977B-FB23-737CEA8585D9}"/>
              </a:ext>
            </a:extLst>
          </p:cNvPr>
          <p:cNvGrpSpPr/>
          <p:nvPr/>
        </p:nvGrpSpPr>
        <p:grpSpPr>
          <a:xfrm>
            <a:off x="9061704" y="1536192"/>
            <a:ext cx="2514600" cy="1508760"/>
            <a:chOff x="9061704" y="1536192"/>
            <a:chExt cx="2514600" cy="1508760"/>
          </a:xfrm>
        </p:grpSpPr>
        <p:sp>
          <p:nvSpPr>
            <p:cNvPr id="26" name="back_week4"/>
            <p:cNvSpPr/>
            <p:nvPr/>
          </p:nvSpPr>
          <p:spPr>
            <a:xfrm>
              <a:off x="9061704" y="1536192"/>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27" name="Shape 25"/>
            <p:cNvSpPr/>
            <p:nvPr/>
          </p:nvSpPr>
          <p:spPr>
            <a:xfrm>
              <a:off x="9226296" y="1719072"/>
              <a:ext cx="73152" cy="1143000"/>
            </a:xfrm>
            <a:prstGeom prst="rect">
              <a:avLst/>
            </a:prstGeom>
            <a:solidFill>
              <a:srgbClr val="FDBB55"/>
            </a:solidFill>
            <a:ln w="12700">
              <a:solidFill>
                <a:srgbClr val="FDBB55"/>
              </a:solidFill>
              <a:prstDash val="solid"/>
            </a:ln>
          </p:spPr>
          <p:txBody>
            <a:bodyPr/>
            <a:lstStyle/>
            <a:p>
              <a:endParaRPr lang="en-US"/>
            </a:p>
          </p:txBody>
        </p:sp>
        <p:sp>
          <p:nvSpPr>
            <p:cNvPr id="28" name="Text 26"/>
            <p:cNvSpPr/>
            <p:nvPr/>
          </p:nvSpPr>
          <p:spPr>
            <a:xfrm>
              <a:off x="9381744" y="1700784"/>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4</a:t>
              </a:r>
              <a:endParaRPr lang="en-US" sz="1000" dirty="0"/>
            </a:p>
          </p:txBody>
        </p:sp>
        <p:sp>
          <p:nvSpPr>
            <p:cNvPr id="29" name="Text 27"/>
            <p:cNvSpPr/>
            <p:nvPr/>
          </p:nvSpPr>
          <p:spPr>
            <a:xfrm>
              <a:off x="9381744" y="1920240"/>
              <a:ext cx="1874520" cy="402336"/>
            </a:xfrm>
            <a:prstGeom prst="rect">
              <a:avLst/>
            </a:prstGeom>
            <a:noFill/>
            <a:ln/>
          </p:spPr>
          <p:txBody>
            <a:bodyPr wrap="square" lIns="381" tIns="381" rIns="381" bIns="381" rtlCol="0" anchor="ctr">
              <a:normAutofit/>
            </a:bodyPr>
            <a:lstStyle/>
            <a:p>
              <a:pPr marL="0" indent="0">
                <a:buNone/>
              </a:pPr>
              <a:r>
                <a:rPr lang="en-US" sz="1050" b="1" dirty="0">
                  <a:solidFill>
                    <a:srgbClr val="0E4E5F"/>
                  </a:solidFill>
                </a:rPr>
                <a:t>Measurement Based Care and Minimal Initial Therapy</a:t>
              </a:r>
              <a:endParaRPr lang="en-US" sz="1050" dirty="0"/>
            </a:p>
          </p:txBody>
        </p:sp>
        <p:sp>
          <p:nvSpPr>
            <p:cNvPr id="30" name="Text 28"/>
            <p:cNvSpPr/>
            <p:nvPr/>
          </p:nvSpPr>
          <p:spPr>
            <a:xfrm>
              <a:off x="9381744" y="2414016"/>
              <a:ext cx="1892808" cy="429768"/>
            </a:xfrm>
            <a:prstGeom prst="rect">
              <a:avLst/>
            </a:prstGeom>
            <a:noFill/>
            <a:ln/>
          </p:spPr>
          <p:txBody>
            <a:bodyPr wrap="square" lIns="381" tIns="381" rIns="381" bIns="381" rtlCol="0" anchor="ctr">
              <a:normAutofit fontScale="92500" lnSpcReduction="20000"/>
            </a:bodyPr>
            <a:lstStyle/>
            <a:p>
              <a:pPr marL="0" indent="0">
                <a:buNone/>
              </a:pPr>
              <a:r>
                <a:rPr lang="en-US" sz="860" dirty="0">
                  <a:solidFill>
                    <a:srgbClr val="0E4E5F"/>
                  </a:solidFill>
                </a:rPr>
                <a:t>Practice administering at least one assessment per day this week — bonus points if you use a different assessment each time.</a:t>
              </a:r>
              <a:endParaRPr lang="en-US" sz="860" dirty="0"/>
            </a:p>
          </p:txBody>
        </p:sp>
        <p:sp>
          <p:nvSpPr>
            <p:cNvPr id="31" name="Text 29"/>
            <p:cNvSpPr/>
            <p:nvPr/>
          </p:nvSpPr>
          <p:spPr>
            <a:xfrm>
              <a:off x="11192256" y="1645920"/>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99" name="back_week5">
            <a:extLst>
              <a:ext uri="{FF2B5EF4-FFF2-40B4-BE49-F238E27FC236}">
                <a16:creationId xmlns:a16="http://schemas.microsoft.com/office/drawing/2014/main" id="{5285AD8A-D2DA-A738-2722-2AA611408489}"/>
              </a:ext>
            </a:extLst>
          </p:cNvPr>
          <p:cNvGrpSpPr/>
          <p:nvPr/>
        </p:nvGrpSpPr>
        <p:grpSpPr>
          <a:xfrm>
            <a:off x="640080" y="3300984"/>
            <a:ext cx="2514600" cy="1508760"/>
            <a:chOff x="640080" y="3300984"/>
            <a:chExt cx="2514600" cy="1508760"/>
          </a:xfrm>
        </p:grpSpPr>
        <p:sp>
          <p:nvSpPr>
            <p:cNvPr id="32" name="back_week5"/>
            <p:cNvSpPr/>
            <p:nvPr/>
          </p:nvSpPr>
          <p:spPr>
            <a:xfrm>
              <a:off x="640080"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33" name="Shape 31"/>
            <p:cNvSpPr/>
            <p:nvPr/>
          </p:nvSpPr>
          <p:spPr>
            <a:xfrm>
              <a:off x="804672"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34" name="Text 32"/>
            <p:cNvSpPr/>
            <p:nvPr/>
          </p:nvSpPr>
          <p:spPr>
            <a:xfrm>
              <a:off x="960120" y="3465576"/>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5</a:t>
              </a:r>
              <a:endParaRPr lang="en-US" sz="1000" dirty="0"/>
            </a:p>
          </p:txBody>
        </p:sp>
        <p:sp>
          <p:nvSpPr>
            <p:cNvPr id="35" name="Text 33"/>
            <p:cNvSpPr/>
            <p:nvPr/>
          </p:nvSpPr>
          <p:spPr>
            <a:xfrm>
              <a:off x="960120" y="3685032"/>
              <a:ext cx="1874520" cy="402336"/>
            </a:xfrm>
            <a:prstGeom prst="rect">
              <a:avLst/>
            </a:prstGeom>
            <a:noFill/>
            <a:ln/>
          </p:spPr>
          <p:txBody>
            <a:bodyPr wrap="square" lIns="381" tIns="381" rIns="381" bIns="381" rtlCol="0" anchor="ctr">
              <a:normAutofit fontScale="92500" lnSpcReduction="20000"/>
            </a:bodyPr>
            <a:lstStyle/>
            <a:p>
              <a:pPr marL="0" indent="0">
                <a:buNone/>
              </a:pPr>
              <a:r>
                <a:rPr lang="en-US" sz="1050" b="1" dirty="0">
                  <a:solidFill>
                    <a:srgbClr val="0E4E5F"/>
                  </a:solidFill>
                </a:rPr>
                <a:t>Parent Engagement, Nonresponsive Families, and Ethical Discharge</a:t>
              </a:r>
              <a:endParaRPr lang="en-US" sz="1050" dirty="0"/>
            </a:p>
          </p:txBody>
        </p:sp>
        <p:sp>
          <p:nvSpPr>
            <p:cNvPr id="36" name="Text 34"/>
            <p:cNvSpPr/>
            <p:nvPr/>
          </p:nvSpPr>
          <p:spPr>
            <a:xfrm>
              <a:off x="960120" y="4178808"/>
              <a:ext cx="1892808" cy="429768"/>
            </a:xfrm>
            <a:prstGeom prst="rect">
              <a:avLst/>
            </a:prstGeom>
            <a:noFill/>
            <a:ln/>
          </p:spPr>
          <p:txBody>
            <a:bodyPr wrap="square" lIns="381" tIns="381" rIns="381" bIns="381" rtlCol="0" anchor="ctr">
              <a:normAutofit fontScale="62500" lnSpcReduction="20000"/>
            </a:bodyPr>
            <a:lstStyle/>
            <a:p>
              <a:pPr marL="0" indent="0">
                <a:buNone/>
              </a:pPr>
              <a:r>
                <a:rPr lang="en-US" sz="860" dirty="0">
                  <a:solidFill>
                    <a:srgbClr val="0E4E5F"/>
                  </a:solidFill>
                </a:rPr>
                <a:t>Prep for Week 6. Speak to someone at your school and find out emergency protocols.</a:t>
              </a:r>
              <a:endParaRPr lang="en-US" sz="860" dirty="0"/>
            </a:p>
            <a:p>
              <a:pPr marL="0" indent="0">
                <a:buNone/>
              </a:pPr>
              <a:endParaRPr lang="en-US" sz="860" dirty="0"/>
            </a:p>
            <a:p>
              <a:pPr marL="0" indent="0">
                <a:buNone/>
              </a:pPr>
              <a:r>
                <a:rPr lang="en-US" sz="860" dirty="0">
                  <a:solidFill>
                    <a:srgbClr val="0E4E5F"/>
                  </a:solidFill>
                </a:rPr>
                <a:t>Where do you go if there is a fire? A Sharknado?</a:t>
              </a:r>
              <a:endParaRPr lang="en-US" sz="860" dirty="0"/>
            </a:p>
            <a:p>
              <a:pPr marL="0" indent="0">
                <a:buNone/>
              </a:pPr>
              <a:endParaRPr lang="en-US" sz="860" dirty="0"/>
            </a:p>
            <a:p>
              <a:pPr marL="0" indent="0">
                <a:buNone/>
              </a:pPr>
              <a:r>
                <a:rPr lang="en-US" sz="860" dirty="0">
                  <a:solidFill>
                    <a:srgbClr val="0E4E5F"/>
                  </a:solidFill>
                </a:rPr>
                <a:t>What do you do if the school goes on lockdown?</a:t>
              </a:r>
              <a:endParaRPr lang="en-US" sz="860" dirty="0"/>
            </a:p>
          </p:txBody>
        </p:sp>
        <p:sp>
          <p:nvSpPr>
            <p:cNvPr id="37" name="Text 35"/>
            <p:cNvSpPr/>
            <p:nvPr/>
          </p:nvSpPr>
          <p:spPr>
            <a:xfrm>
              <a:off x="2770632" y="3410712"/>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98" name="back_week6">
            <a:extLst>
              <a:ext uri="{FF2B5EF4-FFF2-40B4-BE49-F238E27FC236}">
                <a16:creationId xmlns:a16="http://schemas.microsoft.com/office/drawing/2014/main" id="{E3272953-4AFC-EE05-0B95-577F54100F0B}"/>
              </a:ext>
            </a:extLst>
          </p:cNvPr>
          <p:cNvGrpSpPr/>
          <p:nvPr/>
        </p:nvGrpSpPr>
        <p:grpSpPr>
          <a:xfrm>
            <a:off x="3447288" y="3300984"/>
            <a:ext cx="2514600" cy="1508760"/>
            <a:chOff x="3447288" y="3300984"/>
            <a:chExt cx="2514600" cy="1508760"/>
          </a:xfrm>
        </p:grpSpPr>
        <p:sp>
          <p:nvSpPr>
            <p:cNvPr id="38" name="back_week6"/>
            <p:cNvSpPr/>
            <p:nvPr/>
          </p:nvSpPr>
          <p:spPr>
            <a:xfrm>
              <a:off x="3447288"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39" name="Shape 37"/>
            <p:cNvSpPr/>
            <p:nvPr/>
          </p:nvSpPr>
          <p:spPr>
            <a:xfrm>
              <a:off x="3611880"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40" name="Text 38"/>
            <p:cNvSpPr/>
            <p:nvPr/>
          </p:nvSpPr>
          <p:spPr>
            <a:xfrm>
              <a:off x="3767328" y="3465576"/>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6</a:t>
              </a:r>
              <a:endParaRPr lang="en-US" sz="1000" dirty="0"/>
            </a:p>
          </p:txBody>
        </p:sp>
        <p:sp>
          <p:nvSpPr>
            <p:cNvPr id="41" name="Text 39"/>
            <p:cNvSpPr/>
            <p:nvPr/>
          </p:nvSpPr>
          <p:spPr>
            <a:xfrm>
              <a:off x="3767328" y="3685032"/>
              <a:ext cx="1874520" cy="402336"/>
            </a:xfrm>
            <a:prstGeom prst="rect">
              <a:avLst/>
            </a:prstGeom>
            <a:noFill/>
            <a:ln/>
          </p:spPr>
          <p:txBody>
            <a:bodyPr wrap="square" lIns="381" tIns="381" rIns="381" bIns="381" rtlCol="0" anchor="ctr">
              <a:normAutofit/>
            </a:bodyPr>
            <a:lstStyle/>
            <a:p>
              <a:pPr marL="0" indent="0">
                <a:buNone/>
              </a:pPr>
              <a:r>
                <a:rPr lang="en-US" sz="1050" b="1" dirty="0">
                  <a:solidFill>
                    <a:srgbClr val="0E4E5F"/>
                  </a:solidFill>
                </a:rPr>
                <a:t>Crisis, School Protocols, and Unexpected Situations</a:t>
              </a:r>
              <a:endParaRPr lang="en-US" sz="1050" dirty="0"/>
            </a:p>
          </p:txBody>
        </p:sp>
        <p:sp>
          <p:nvSpPr>
            <p:cNvPr id="42" name="Text 40"/>
            <p:cNvSpPr/>
            <p:nvPr/>
          </p:nvSpPr>
          <p:spPr>
            <a:xfrm>
              <a:off x="3767328" y="4178808"/>
              <a:ext cx="1892808" cy="429768"/>
            </a:xfrm>
            <a:prstGeom prst="rect">
              <a:avLst/>
            </a:prstGeom>
            <a:noFill/>
            <a:ln/>
          </p:spPr>
          <p:txBody>
            <a:bodyPr wrap="square" lIns="381" tIns="381" rIns="381" bIns="381" rtlCol="0" anchor="ctr">
              <a:normAutofit/>
            </a:bodyPr>
            <a:lstStyle/>
            <a:p>
              <a:pPr marL="0" indent="0">
                <a:buNone/>
              </a:pPr>
              <a:r>
                <a:rPr lang="en-US" sz="860" dirty="0">
                  <a:solidFill>
                    <a:srgbClr val="0E4E5F"/>
                  </a:solidFill>
                </a:rPr>
                <a:t>Grab a mirror and practice using the compassionate no, at least 30 seconds a day.</a:t>
              </a:r>
              <a:endParaRPr lang="en-US" sz="860" dirty="0"/>
            </a:p>
          </p:txBody>
        </p:sp>
        <p:sp>
          <p:nvSpPr>
            <p:cNvPr id="43" name="Text 41"/>
            <p:cNvSpPr/>
            <p:nvPr/>
          </p:nvSpPr>
          <p:spPr>
            <a:xfrm>
              <a:off x="5577840" y="3410712"/>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97" name="back_week7">
            <a:extLst>
              <a:ext uri="{FF2B5EF4-FFF2-40B4-BE49-F238E27FC236}">
                <a16:creationId xmlns:a16="http://schemas.microsoft.com/office/drawing/2014/main" id="{57424F5A-B29A-8A04-2060-CECAE0DB5618}"/>
              </a:ext>
            </a:extLst>
          </p:cNvPr>
          <p:cNvGrpSpPr/>
          <p:nvPr/>
        </p:nvGrpSpPr>
        <p:grpSpPr>
          <a:xfrm>
            <a:off x="6254496" y="3300984"/>
            <a:ext cx="2514600" cy="1508760"/>
            <a:chOff x="6254496" y="3300984"/>
            <a:chExt cx="2514600" cy="1508760"/>
          </a:xfrm>
        </p:grpSpPr>
        <p:sp>
          <p:nvSpPr>
            <p:cNvPr id="44" name="back_week7"/>
            <p:cNvSpPr/>
            <p:nvPr/>
          </p:nvSpPr>
          <p:spPr>
            <a:xfrm>
              <a:off x="6254496"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45" name="Shape 43"/>
            <p:cNvSpPr/>
            <p:nvPr/>
          </p:nvSpPr>
          <p:spPr>
            <a:xfrm>
              <a:off x="6419088"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46" name="Text 44"/>
            <p:cNvSpPr/>
            <p:nvPr/>
          </p:nvSpPr>
          <p:spPr>
            <a:xfrm>
              <a:off x="6574536" y="3465576"/>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7</a:t>
              </a:r>
              <a:endParaRPr lang="en-US" sz="1000" dirty="0"/>
            </a:p>
          </p:txBody>
        </p:sp>
        <p:sp>
          <p:nvSpPr>
            <p:cNvPr id="47" name="Text 45"/>
            <p:cNvSpPr/>
            <p:nvPr/>
          </p:nvSpPr>
          <p:spPr>
            <a:xfrm>
              <a:off x="6574536" y="3685032"/>
              <a:ext cx="1874520" cy="402336"/>
            </a:xfrm>
            <a:prstGeom prst="rect">
              <a:avLst/>
            </a:prstGeom>
            <a:noFill/>
            <a:ln/>
          </p:spPr>
          <p:txBody>
            <a:bodyPr wrap="square" lIns="381" tIns="381" rIns="381" bIns="381" rtlCol="0" anchor="ctr">
              <a:normAutofit/>
            </a:bodyPr>
            <a:lstStyle/>
            <a:p>
              <a:pPr marL="0" indent="0">
                <a:buNone/>
              </a:pPr>
              <a:r>
                <a:rPr lang="en-US" sz="1050" b="1" dirty="0">
                  <a:solidFill>
                    <a:srgbClr val="0E4E5F"/>
                  </a:solidFill>
                </a:rPr>
                <a:t>Intervention Exchange</a:t>
              </a:r>
              <a:endParaRPr lang="en-US" sz="1050" dirty="0"/>
            </a:p>
          </p:txBody>
        </p:sp>
        <p:sp>
          <p:nvSpPr>
            <p:cNvPr id="48" name="Text 46"/>
            <p:cNvSpPr/>
            <p:nvPr/>
          </p:nvSpPr>
          <p:spPr>
            <a:xfrm>
              <a:off x="6574536" y="4178808"/>
              <a:ext cx="1892808" cy="429768"/>
            </a:xfrm>
            <a:prstGeom prst="rect">
              <a:avLst/>
            </a:prstGeom>
            <a:noFill/>
            <a:ln/>
          </p:spPr>
          <p:txBody>
            <a:bodyPr wrap="square" lIns="381" tIns="381" rIns="381" bIns="381" rtlCol="0" anchor="ctr">
              <a:normAutofit fontScale="47500" lnSpcReduction="20000"/>
            </a:bodyPr>
            <a:lstStyle/>
            <a:p>
              <a:pPr marL="0" indent="0">
                <a:buNone/>
              </a:pPr>
              <a:r>
                <a:rPr lang="en-US" sz="860" dirty="0">
                  <a:solidFill>
                    <a:srgbClr val="0E4E5F"/>
                  </a:solidFill>
                </a:rPr>
                <a:t>Next week is the final week.</a:t>
              </a:r>
              <a:endParaRPr lang="en-US" sz="860" dirty="0"/>
            </a:p>
            <a:p>
              <a:pPr marL="0" indent="0">
                <a:buNone/>
              </a:pPr>
              <a:endParaRPr lang="en-US" sz="860" dirty="0"/>
            </a:p>
            <a:p>
              <a:pPr marL="0" indent="0">
                <a:buNone/>
              </a:pPr>
              <a:r>
                <a:rPr lang="en-US" sz="860" dirty="0">
                  <a:solidFill>
                    <a:srgbClr val="0E4E5F"/>
                  </a:solidFill>
                </a:rPr>
                <a:t>Think about areas that you are excelling in and areas that feel like a struggle.</a:t>
              </a:r>
              <a:endParaRPr lang="en-US" sz="860" dirty="0"/>
            </a:p>
            <a:p>
              <a:pPr marL="0" indent="0">
                <a:buNone/>
              </a:pPr>
              <a:endParaRPr lang="en-US" sz="860" dirty="0"/>
            </a:p>
            <a:p>
              <a:pPr marL="0" indent="0">
                <a:buNone/>
              </a:pPr>
              <a:r>
                <a:rPr lang="en-US" sz="860" dirty="0">
                  <a:solidFill>
                    <a:srgbClr val="0E4E5F"/>
                  </a:solidFill>
                </a:rPr>
                <a:t>Be prepared to share authentic feedback during the confidence questionnaire.</a:t>
              </a:r>
              <a:endParaRPr lang="en-US" sz="860" dirty="0"/>
            </a:p>
          </p:txBody>
        </p:sp>
        <p:sp>
          <p:nvSpPr>
            <p:cNvPr id="49" name="Text 47"/>
            <p:cNvSpPr/>
            <p:nvPr/>
          </p:nvSpPr>
          <p:spPr>
            <a:xfrm>
              <a:off x="8385048" y="3410712"/>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96" name="back_week8">
            <a:extLst>
              <a:ext uri="{FF2B5EF4-FFF2-40B4-BE49-F238E27FC236}">
                <a16:creationId xmlns:a16="http://schemas.microsoft.com/office/drawing/2014/main" id="{2D48FFA5-916D-2428-0DD3-F7C83700395B}"/>
              </a:ext>
            </a:extLst>
          </p:cNvPr>
          <p:cNvGrpSpPr/>
          <p:nvPr/>
        </p:nvGrpSpPr>
        <p:grpSpPr>
          <a:xfrm>
            <a:off x="9061704" y="3300984"/>
            <a:ext cx="2514600" cy="1508760"/>
            <a:chOff x="9061704" y="3300984"/>
            <a:chExt cx="2514600" cy="1508760"/>
          </a:xfrm>
        </p:grpSpPr>
        <p:sp>
          <p:nvSpPr>
            <p:cNvPr id="50" name="back_week8"/>
            <p:cNvSpPr/>
            <p:nvPr/>
          </p:nvSpPr>
          <p:spPr>
            <a:xfrm>
              <a:off x="9061704" y="3300984"/>
              <a:ext cx="2514600" cy="1508760"/>
            </a:xfrm>
            <a:prstGeom prst="roundRect">
              <a:avLst>
                <a:gd name="adj" fmla="val 3636"/>
              </a:avLst>
            </a:prstGeom>
            <a:solidFill>
              <a:srgbClr val="EAF3F3"/>
            </a:solidFill>
            <a:ln w="12700">
              <a:solidFill>
                <a:srgbClr val="FDBB55"/>
              </a:solidFill>
              <a:prstDash val="solid"/>
            </a:ln>
          </p:spPr>
          <p:txBody>
            <a:bodyPr/>
            <a:lstStyle/>
            <a:p>
              <a:endParaRPr lang="en-US"/>
            </a:p>
          </p:txBody>
        </p:sp>
        <p:sp>
          <p:nvSpPr>
            <p:cNvPr id="51" name="Shape 49"/>
            <p:cNvSpPr/>
            <p:nvPr/>
          </p:nvSpPr>
          <p:spPr>
            <a:xfrm>
              <a:off x="9226296" y="3483864"/>
              <a:ext cx="73152" cy="1143000"/>
            </a:xfrm>
            <a:prstGeom prst="rect">
              <a:avLst/>
            </a:prstGeom>
            <a:solidFill>
              <a:srgbClr val="FDBB55"/>
            </a:solidFill>
            <a:ln w="12700">
              <a:solidFill>
                <a:srgbClr val="FDBB55"/>
              </a:solidFill>
              <a:prstDash val="solid"/>
            </a:ln>
          </p:spPr>
          <p:txBody>
            <a:bodyPr/>
            <a:lstStyle/>
            <a:p>
              <a:endParaRPr lang="en-US"/>
            </a:p>
          </p:txBody>
        </p:sp>
        <p:sp>
          <p:nvSpPr>
            <p:cNvPr id="52" name="Text 50"/>
            <p:cNvSpPr/>
            <p:nvPr/>
          </p:nvSpPr>
          <p:spPr>
            <a:xfrm>
              <a:off x="9381744" y="3465576"/>
              <a:ext cx="1920240" cy="182880"/>
            </a:xfrm>
            <a:prstGeom prst="rect">
              <a:avLst/>
            </a:prstGeom>
            <a:noFill/>
            <a:ln/>
          </p:spPr>
          <p:txBody>
            <a:bodyPr wrap="square" lIns="0" tIns="0" rIns="0" bIns="0" rtlCol="0" anchor="ctr"/>
            <a:lstStyle/>
            <a:p>
              <a:pPr marL="0" indent="0">
                <a:buNone/>
              </a:pPr>
              <a:r>
                <a:rPr lang="en-US" sz="1000" b="1" dirty="0">
                  <a:solidFill>
                    <a:srgbClr val="FDBB55"/>
                  </a:solidFill>
                </a:rPr>
                <a:t>Week 8</a:t>
              </a:r>
              <a:endParaRPr lang="en-US" sz="1000" dirty="0"/>
            </a:p>
          </p:txBody>
        </p:sp>
        <p:sp>
          <p:nvSpPr>
            <p:cNvPr id="53" name="Text 51"/>
            <p:cNvSpPr/>
            <p:nvPr/>
          </p:nvSpPr>
          <p:spPr>
            <a:xfrm>
              <a:off x="9381744" y="3685032"/>
              <a:ext cx="1874520" cy="402336"/>
            </a:xfrm>
            <a:prstGeom prst="rect">
              <a:avLst/>
            </a:prstGeom>
            <a:noFill/>
            <a:ln/>
          </p:spPr>
          <p:txBody>
            <a:bodyPr wrap="square" lIns="381" tIns="381" rIns="381" bIns="381" rtlCol="0" anchor="ctr">
              <a:normAutofit/>
            </a:bodyPr>
            <a:lstStyle/>
            <a:p>
              <a:pPr marL="0" indent="0">
                <a:buNone/>
              </a:pPr>
              <a:r>
                <a:rPr lang="en-US" sz="1050" b="1" dirty="0">
                  <a:solidFill>
                    <a:srgbClr val="0E4E5F"/>
                  </a:solidFill>
                </a:rPr>
                <a:t>Benefits, Professional Growth, and Confidence Assessment</a:t>
              </a:r>
              <a:endParaRPr lang="en-US" sz="1050" dirty="0"/>
            </a:p>
          </p:txBody>
        </p:sp>
        <p:sp>
          <p:nvSpPr>
            <p:cNvPr id="54" name="Text 52"/>
            <p:cNvSpPr/>
            <p:nvPr/>
          </p:nvSpPr>
          <p:spPr>
            <a:xfrm>
              <a:off x="9381744" y="4178808"/>
              <a:ext cx="1892808" cy="429768"/>
            </a:xfrm>
            <a:prstGeom prst="rect">
              <a:avLst/>
            </a:prstGeom>
            <a:noFill/>
            <a:ln/>
          </p:spPr>
          <p:txBody>
            <a:bodyPr wrap="square" lIns="381" tIns="381" rIns="381" bIns="381" rtlCol="0" anchor="ctr">
              <a:normAutofit fontScale="62500" lnSpcReduction="20000"/>
            </a:bodyPr>
            <a:lstStyle/>
            <a:p>
              <a:pPr marL="0" indent="0">
                <a:buNone/>
              </a:pPr>
              <a:r>
                <a:rPr lang="en-US" sz="860" dirty="0">
                  <a:solidFill>
                    <a:srgbClr val="0E4E5F"/>
                  </a:solidFill>
                </a:rPr>
                <a:t>Continue to learn and grow — not just in your role, but in your career.</a:t>
              </a:r>
              <a:endParaRPr lang="en-US" sz="860" dirty="0"/>
            </a:p>
            <a:p>
              <a:pPr marL="0" indent="0">
                <a:buNone/>
              </a:pPr>
              <a:endParaRPr lang="en-US" sz="860" dirty="0"/>
            </a:p>
            <a:p>
              <a:pPr marL="0" indent="0">
                <a:buNone/>
              </a:pPr>
              <a:r>
                <a:rPr lang="en-US" sz="860" dirty="0">
                  <a:solidFill>
                    <a:srgbClr val="0E4E5F"/>
                  </a:solidFill>
                </a:rPr>
                <a:t>Maintain healthy boundaries, be flexible within reason, think outside the box, and approach every problem with the goal of helping families get the care they need.</a:t>
              </a:r>
              <a:endParaRPr lang="en-US" sz="860" dirty="0"/>
            </a:p>
          </p:txBody>
        </p:sp>
        <p:sp>
          <p:nvSpPr>
            <p:cNvPr id="55" name="Text 53"/>
            <p:cNvSpPr/>
            <p:nvPr/>
          </p:nvSpPr>
          <p:spPr>
            <a:xfrm>
              <a:off x="11192256" y="3410712"/>
              <a:ext cx="219456" cy="219456"/>
            </a:xfrm>
            <a:prstGeom prst="rect">
              <a:avLst/>
            </a:prstGeom>
            <a:noFill/>
            <a:ln/>
          </p:spPr>
          <p:txBody>
            <a:bodyPr wrap="square" lIns="0" tIns="0" rIns="0" bIns="0" rtlCol="0" anchor="ctr"/>
            <a:lstStyle/>
            <a:p>
              <a:pPr marL="0" indent="0" algn="ctr">
                <a:buNone/>
              </a:pPr>
              <a:r>
                <a:rPr lang="en-US" sz="1300" dirty="0">
                  <a:solidFill>
                    <a:srgbClr val="0E4E5F"/>
                  </a:solidFill>
                </a:rPr>
                <a:t>↺</a:t>
              </a:r>
              <a:endParaRPr lang="en-US" sz="1300" dirty="0"/>
            </a:p>
          </p:txBody>
        </p:sp>
      </p:grpSp>
      <p:grpSp>
        <p:nvGrpSpPr>
          <p:cNvPr id="95" name="front_week1">
            <a:extLst>
              <a:ext uri="{FF2B5EF4-FFF2-40B4-BE49-F238E27FC236}">
                <a16:creationId xmlns:a16="http://schemas.microsoft.com/office/drawing/2014/main" id="{E6A46255-0354-72C7-16E8-36D9861A0BDD}"/>
              </a:ext>
            </a:extLst>
          </p:cNvPr>
          <p:cNvGrpSpPr/>
          <p:nvPr/>
        </p:nvGrpSpPr>
        <p:grpSpPr>
          <a:xfrm>
            <a:off x="640080" y="1536192"/>
            <a:ext cx="2514600" cy="1508760"/>
            <a:chOff x="640080" y="1536192"/>
            <a:chExt cx="2514600" cy="1508760"/>
          </a:xfrm>
        </p:grpSpPr>
        <p:sp>
          <p:nvSpPr>
            <p:cNvPr id="56" name="front_week1"/>
            <p:cNvSpPr/>
            <p:nvPr/>
          </p:nvSpPr>
          <p:spPr>
            <a:xfrm>
              <a:off x="640080"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58" name="Text 56"/>
            <p:cNvSpPr/>
            <p:nvPr/>
          </p:nvSpPr>
          <p:spPr>
            <a:xfrm>
              <a:off x="822960" y="2230222"/>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1</a:t>
              </a:r>
              <a:endParaRPr lang="en-US" sz="2000" dirty="0"/>
            </a:p>
          </p:txBody>
        </p:sp>
        <p:sp>
          <p:nvSpPr>
            <p:cNvPr id="59" name="Text 57"/>
            <p:cNvSpPr/>
            <p:nvPr/>
          </p:nvSpPr>
          <p:spPr>
            <a:xfrm>
              <a:off x="640080" y="2516886"/>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94" name="front_week2">
            <a:extLst>
              <a:ext uri="{FF2B5EF4-FFF2-40B4-BE49-F238E27FC236}">
                <a16:creationId xmlns:a16="http://schemas.microsoft.com/office/drawing/2014/main" id="{E76EF4F9-9378-82CD-BF0D-80B84F0308AC}"/>
              </a:ext>
            </a:extLst>
          </p:cNvPr>
          <p:cNvGrpSpPr/>
          <p:nvPr/>
        </p:nvGrpSpPr>
        <p:grpSpPr>
          <a:xfrm>
            <a:off x="3447288" y="1536192"/>
            <a:ext cx="2514600" cy="1508760"/>
            <a:chOff x="3447288" y="1536192"/>
            <a:chExt cx="2514600" cy="1508760"/>
          </a:xfrm>
        </p:grpSpPr>
        <p:sp>
          <p:nvSpPr>
            <p:cNvPr id="60" name="front_week2"/>
            <p:cNvSpPr/>
            <p:nvPr/>
          </p:nvSpPr>
          <p:spPr>
            <a:xfrm>
              <a:off x="3447288"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62" name="Text 60"/>
            <p:cNvSpPr/>
            <p:nvPr/>
          </p:nvSpPr>
          <p:spPr>
            <a:xfrm>
              <a:off x="3630168" y="2230222"/>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2</a:t>
              </a:r>
              <a:endParaRPr lang="en-US" sz="2000" dirty="0"/>
            </a:p>
          </p:txBody>
        </p:sp>
        <p:sp>
          <p:nvSpPr>
            <p:cNvPr id="63" name="Text 61"/>
            <p:cNvSpPr/>
            <p:nvPr/>
          </p:nvSpPr>
          <p:spPr>
            <a:xfrm>
              <a:off x="3447288" y="2516886"/>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93" name="front_week3">
            <a:extLst>
              <a:ext uri="{FF2B5EF4-FFF2-40B4-BE49-F238E27FC236}">
                <a16:creationId xmlns:a16="http://schemas.microsoft.com/office/drawing/2014/main" id="{FE02AA3C-EF09-8FC8-4619-D54F9617484B}"/>
              </a:ext>
            </a:extLst>
          </p:cNvPr>
          <p:cNvGrpSpPr/>
          <p:nvPr/>
        </p:nvGrpSpPr>
        <p:grpSpPr>
          <a:xfrm>
            <a:off x="6254496" y="1536192"/>
            <a:ext cx="2514600" cy="1508760"/>
            <a:chOff x="6254496" y="1536192"/>
            <a:chExt cx="2514600" cy="1508760"/>
          </a:xfrm>
        </p:grpSpPr>
        <p:sp>
          <p:nvSpPr>
            <p:cNvPr id="64" name="front_week3"/>
            <p:cNvSpPr/>
            <p:nvPr/>
          </p:nvSpPr>
          <p:spPr>
            <a:xfrm>
              <a:off x="6254496"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66" name="Text 64"/>
            <p:cNvSpPr/>
            <p:nvPr/>
          </p:nvSpPr>
          <p:spPr>
            <a:xfrm>
              <a:off x="6437376" y="2230222"/>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3</a:t>
              </a:r>
              <a:endParaRPr lang="en-US" sz="2000" dirty="0"/>
            </a:p>
          </p:txBody>
        </p:sp>
        <p:sp>
          <p:nvSpPr>
            <p:cNvPr id="67" name="Text 65"/>
            <p:cNvSpPr/>
            <p:nvPr/>
          </p:nvSpPr>
          <p:spPr>
            <a:xfrm>
              <a:off x="6254496" y="2516886"/>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92" name="front_week4">
            <a:extLst>
              <a:ext uri="{FF2B5EF4-FFF2-40B4-BE49-F238E27FC236}">
                <a16:creationId xmlns:a16="http://schemas.microsoft.com/office/drawing/2014/main" id="{329A32B0-0F9A-F38C-55D2-2C5F9D365812}"/>
              </a:ext>
            </a:extLst>
          </p:cNvPr>
          <p:cNvGrpSpPr/>
          <p:nvPr/>
        </p:nvGrpSpPr>
        <p:grpSpPr>
          <a:xfrm>
            <a:off x="9061704" y="1536192"/>
            <a:ext cx="2514600" cy="1508760"/>
            <a:chOff x="9061704" y="1536192"/>
            <a:chExt cx="2514600" cy="1508760"/>
          </a:xfrm>
        </p:grpSpPr>
        <p:sp>
          <p:nvSpPr>
            <p:cNvPr id="68" name="front_week4"/>
            <p:cNvSpPr/>
            <p:nvPr/>
          </p:nvSpPr>
          <p:spPr>
            <a:xfrm>
              <a:off x="9061704" y="1536192"/>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70" name="Text 68"/>
            <p:cNvSpPr/>
            <p:nvPr/>
          </p:nvSpPr>
          <p:spPr>
            <a:xfrm>
              <a:off x="9244584" y="2230222"/>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4</a:t>
              </a:r>
              <a:endParaRPr lang="en-US" sz="2000" dirty="0"/>
            </a:p>
          </p:txBody>
        </p:sp>
        <p:sp>
          <p:nvSpPr>
            <p:cNvPr id="71" name="Text 69"/>
            <p:cNvSpPr/>
            <p:nvPr/>
          </p:nvSpPr>
          <p:spPr>
            <a:xfrm>
              <a:off x="9061704" y="2516886"/>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91" name="front_week5">
            <a:extLst>
              <a:ext uri="{FF2B5EF4-FFF2-40B4-BE49-F238E27FC236}">
                <a16:creationId xmlns:a16="http://schemas.microsoft.com/office/drawing/2014/main" id="{6DF725DF-16A5-91BC-0964-C4398F243FED}"/>
              </a:ext>
            </a:extLst>
          </p:cNvPr>
          <p:cNvGrpSpPr/>
          <p:nvPr/>
        </p:nvGrpSpPr>
        <p:grpSpPr>
          <a:xfrm>
            <a:off x="640080" y="3300984"/>
            <a:ext cx="2514600" cy="1508760"/>
            <a:chOff x="640080" y="3300984"/>
            <a:chExt cx="2514600" cy="1508760"/>
          </a:xfrm>
        </p:grpSpPr>
        <p:sp>
          <p:nvSpPr>
            <p:cNvPr id="72" name="front_week5"/>
            <p:cNvSpPr/>
            <p:nvPr/>
          </p:nvSpPr>
          <p:spPr>
            <a:xfrm>
              <a:off x="640080"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74" name="Text 72"/>
            <p:cNvSpPr/>
            <p:nvPr/>
          </p:nvSpPr>
          <p:spPr>
            <a:xfrm>
              <a:off x="822960" y="3995014"/>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5</a:t>
              </a:r>
              <a:endParaRPr lang="en-US" sz="2000" dirty="0"/>
            </a:p>
          </p:txBody>
        </p:sp>
        <p:sp>
          <p:nvSpPr>
            <p:cNvPr id="75" name="Text 73"/>
            <p:cNvSpPr/>
            <p:nvPr/>
          </p:nvSpPr>
          <p:spPr>
            <a:xfrm>
              <a:off x="640080" y="4281678"/>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90" name="front_week6">
            <a:extLst>
              <a:ext uri="{FF2B5EF4-FFF2-40B4-BE49-F238E27FC236}">
                <a16:creationId xmlns:a16="http://schemas.microsoft.com/office/drawing/2014/main" id="{5CA736BA-4885-2E38-0FB6-1A4E6D8C3C64}"/>
              </a:ext>
            </a:extLst>
          </p:cNvPr>
          <p:cNvGrpSpPr/>
          <p:nvPr/>
        </p:nvGrpSpPr>
        <p:grpSpPr>
          <a:xfrm>
            <a:off x="3447288" y="3300984"/>
            <a:ext cx="2514600" cy="1508760"/>
            <a:chOff x="3447288" y="3300984"/>
            <a:chExt cx="2514600" cy="1508760"/>
          </a:xfrm>
        </p:grpSpPr>
        <p:sp>
          <p:nvSpPr>
            <p:cNvPr id="76" name="front_week6"/>
            <p:cNvSpPr/>
            <p:nvPr/>
          </p:nvSpPr>
          <p:spPr>
            <a:xfrm>
              <a:off x="3447288"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78" name="Text 76"/>
            <p:cNvSpPr/>
            <p:nvPr/>
          </p:nvSpPr>
          <p:spPr>
            <a:xfrm>
              <a:off x="3630168" y="3995014"/>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6</a:t>
              </a:r>
              <a:endParaRPr lang="en-US" sz="2000" dirty="0"/>
            </a:p>
          </p:txBody>
        </p:sp>
        <p:sp>
          <p:nvSpPr>
            <p:cNvPr id="79" name="Text 77"/>
            <p:cNvSpPr/>
            <p:nvPr/>
          </p:nvSpPr>
          <p:spPr>
            <a:xfrm>
              <a:off x="3447288" y="4281678"/>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89" name="front_week7">
            <a:extLst>
              <a:ext uri="{FF2B5EF4-FFF2-40B4-BE49-F238E27FC236}">
                <a16:creationId xmlns:a16="http://schemas.microsoft.com/office/drawing/2014/main" id="{5C950F65-59FA-FBCA-F080-24F2546A556F}"/>
              </a:ext>
            </a:extLst>
          </p:cNvPr>
          <p:cNvGrpSpPr/>
          <p:nvPr/>
        </p:nvGrpSpPr>
        <p:grpSpPr>
          <a:xfrm>
            <a:off x="6254496" y="3300984"/>
            <a:ext cx="2514600" cy="1508760"/>
            <a:chOff x="6254496" y="3300984"/>
            <a:chExt cx="2514600" cy="1508760"/>
          </a:xfrm>
        </p:grpSpPr>
        <p:sp>
          <p:nvSpPr>
            <p:cNvPr id="80" name="front_week7"/>
            <p:cNvSpPr/>
            <p:nvPr/>
          </p:nvSpPr>
          <p:spPr>
            <a:xfrm>
              <a:off x="6254496"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82" name="Text 80"/>
            <p:cNvSpPr/>
            <p:nvPr/>
          </p:nvSpPr>
          <p:spPr>
            <a:xfrm>
              <a:off x="6437376" y="3995014"/>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7</a:t>
              </a:r>
              <a:endParaRPr lang="en-US" sz="2000" dirty="0"/>
            </a:p>
          </p:txBody>
        </p:sp>
        <p:sp>
          <p:nvSpPr>
            <p:cNvPr id="83" name="Text 81"/>
            <p:cNvSpPr/>
            <p:nvPr/>
          </p:nvSpPr>
          <p:spPr>
            <a:xfrm>
              <a:off x="6254496" y="4281678"/>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grpSp>
        <p:nvGrpSpPr>
          <p:cNvPr id="88" name="front_week8">
            <a:extLst>
              <a:ext uri="{FF2B5EF4-FFF2-40B4-BE49-F238E27FC236}">
                <a16:creationId xmlns:a16="http://schemas.microsoft.com/office/drawing/2014/main" id="{5A246D5A-FE30-2747-3404-8FE769ADEDEC}"/>
              </a:ext>
            </a:extLst>
          </p:cNvPr>
          <p:cNvGrpSpPr/>
          <p:nvPr/>
        </p:nvGrpSpPr>
        <p:grpSpPr>
          <a:xfrm>
            <a:off x="9061704" y="3300984"/>
            <a:ext cx="2514600" cy="1508760"/>
            <a:chOff x="9061704" y="3300984"/>
            <a:chExt cx="2514600" cy="1508760"/>
          </a:xfrm>
        </p:grpSpPr>
        <p:sp>
          <p:nvSpPr>
            <p:cNvPr id="84" name="front_week8"/>
            <p:cNvSpPr/>
            <p:nvPr/>
          </p:nvSpPr>
          <p:spPr>
            <a:xfrm>
              <a:off x="9061704" y="3300984"/>
              <a:ext cx="2514600" cy="1508760"/>
            </a:xfrm>
            <a:prstGeom prst="roundRect">
              <a:avLst>
                <a:gd name="adj" fmla="val 3636"/>
              </a:avLst>
            </a:prstGeom>
            <a:solidFill>
              <a:srgbClr val="1D6B7A"/>
            </a:solidFill>
            <a:ln w="12700">
              <a:solidFill>
                <a:srgbClr val="FDBB55"/>
              </a:solidFill>
              <a:prstDash val="solid"/>
            </a:ln>
          </p:spPr>
          <p:txBody>
            <a:bodyPr/>
            <a:lstStyle/>
            <a:p>
              <a:endParaRPr lang="en-US"/>
            </a:p>
          </p:txBody>
        </p:sp>
        <p:sp>
          <p:nvSpPr>
            <p:cNvPr id="86" name="Text 84"/>
            <p:cNvSpPr/>
            <p:nvPr/>
          </p:nvSpPr>
          <p:spPr>
            <a:xfrm>
              <a:off x="9244584" y="3995014"/>
              <a:ext cx="2148840" cy="310896"/>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Aptos" pitchFamily="34" charset="0"/>
                  <a:ea typeface="Aptos" pitchFamily="34" charset="-122"/>
                  <a:cs typeface="Aptos" pitchFamily="34" charset="-120"/>
                </a:rPr>
                <a:t>Week 8</a:t>
              </a:r>
              <a:endParaRPr lang="en-US" sz="2000" dirty="0"/>
            </a:p>
          </p:txBody>
        </p:sp>
        <p:sp>
          <p:nvSpPr>
            <p:cNvPr id="87" name="Text 85"/>
            <p:cNvSpPr/>
            <p:nvPr/>
          </p:nvSpPr>
          <p:spPr>
            <a:xfrm>
              <a:off x="9061704" y="4281678"/>
              <a:ext cx="2514600" cy="164592"/>
            </a:xfrm>
            <a:prstGeom prst="rect">
              <a:avLst/>
            </a:prstGeom>
            <a:noFill/>
            <a:ln/>
          </p:spPr>
          <p:txBody>
            <a:bodyPr wrap="square" lIns="0" tIns="0" rIns="0" bIns="0" rtlCol="0" anchor="ctr"/>
            <a:lstStyle/>
            <a:p>
              <a:pPr marL="0" indent="0" algn="ctr">
                <a:buNone/>
              </a:pPr>
              <a:r>
                <a:rPr lang="en-US" sz="1000" dirty="0">
                  <a:solidFill>
                    <a:srgbClr val="B8D9DD"/>
                  </a:solidFill>
                </a:rPr>
                <a:t>↻</a:t>
              </a:r>
              <a:endParaRPr lang="en-US" sz="1000" dirty="0"/>
            </a:p>
          </p:txBody>
        </p:sp>
      </p:grpSp>
      <p:sp>
        <p:nvSpPr>
          <p:cNvPr id="104" name="Shape 0">
            <a:extLst>
              <a:ext uri="{FF2B5EF4-FFF2-40B4-BE49-F238E27FC236}">
                <a16:creationId xmlns:a16="http://schemas.microsoft.com/office/drawing/2014/main" id="{5E6ABE8B-0648-CF20-D7D2-A28A2DD49EB1}"/>
              </a:ext>
            </a:extLst>
          </p:cNvPr>
          <p:cNvSpPr/>
          <p:nvPr/>
        </p:nvSpPr>
        <p:spPr>
          <a:xfrm>
            <a:off x="7772" y="6729984"/>
            <a:ext cx="12191695" cy="128016"/>
          </a:xfrm>
          <a:prstGeom prst="rect">
            <a:avLst/>
          </a:prstGeom>
          <a:solidFill>
            <a:srgbClr val="FDBB55"/>
          </a:solidFill>
          <a:ln w="12700">
            <a:solidFill>
              <a:srgbClr val="FDBB55"/>
            </a:solidFill>
            <a:prstDash val="solid"/>
          </a:ln>
        </p:spPr>
        <p:txBody>
          <a:bodyPr/>
          <a:lstStyle/>
          <a:p>
            <a:endParaRPr lang="en-US"/>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95"/>
                    </p:tgtEl>
                  </p:cond>
                </p:stCondLst>
                <p:endSync evt="end" delay="0">
                  <p:rtn val="all"/>
                </p:endSync>
                <p:childTnLst>
                  <p:par>
                    <p:cTn id="3" fill="hold">
                      <p:stCondLst>
                        <p:cond delay="0"/>
                      </p:stCondLst>
                      <p:childTnLst>
                        <p:par>
                          <p:cTn id="4" fill="hold">
                            <p:stCondLst>
                              <p:cond delay="0"/>
                            </p:stCondLst>
                            <p:childTnLst>
                              <p:par>
                                <p:cTn id="5" presetID="9" presetClass="exit" presetSubtype="0" fill="hold" nodeType="clickEffect">
                                  <p:stCondLst>
                                    <p:cond delay="0"/>
                                  </p:stCondLst>
                                  <p:childTnLst>
                                    <p:animEffect transition="out" filter="dissolve">
                                      <p:cBhvr>
                                        <p:cTn id="6" dur="2000"/>
                                        <p:tgtEl>
                                          <p:spTgt spid="95"/>
                                        </p:tgtEl>
                                      </p:cBhvr>
                                    </p:animEffect>
                                    <p:set>
                                      <p:cBhvr>
                                        <p:cTn id="7" dur="1" fill="hold">
                                          <p:stCondLst>
                                            <p:cond delay="1999"/>
                                          </p:stCondLst>
                                        </p:cTn>
                                        <p:tgtEl>
                                          <p:spTgt spid="95"/>
                                        </p:tgtEl>
                                        <p:attrNameLst>
                                          <p:attrName>style.visibility</p:attrName>
                                        </p:attrNameLst>
                                      </p:cBhvr>
                                      <p:to>
                                        <p:strVal val="hidden"/>
                                      </p:to>
                                    </p:set>
                                  </p:childTnLst>
                                </p:cTn>
                              </p:par>
                            </p:childTnLst>
                          </p:cTn>
                        </p:par>
                      </p:childTnLst>
                    </p:cTn>
                  </p:par>
                </p:childTnLst>
              </p:cTn>
              <p:nextCondLst>
                <p:cond evt="onClick" delay="0">
                  <p:tgtEl>
                    <p:spTgt spid="95"/>
                  </p:tgtEl>
                </p:cond>
              </p:nextCondLst>
            </p:seq>
            <p:seq concurrent="1" nextAc="seek">
              <p:cTn id="8" restart="whenNotActive" fill="hold" evtFilter="cancelBubble" nodeType="interactiveSeq">
                <p:stCondLst>
                  <p:cond evt="onClick" delay="0">
                    <p:tgtEl>
                      <p:spTgt spid="94"/>
                    </p:tgtEl>
                  </p:cond>
                </p:stCondLst>
                <p:endSync evt="end" delay="0">
                  <p:rtn val="all"/>
                </p:endSync>
                <p:childTnLst>
                  <p:par>
                    <p:cTn id="9" fill="hold">
                      <p:stCondLst>
                        <p:cond delay="0"/>
                      </p:stCondLst>
                      <p:childTnLst>
                        <p:par>
                          <p:cTn id="10" fill="hold">
                            <p:stCondLst>
                              <p:cond delay="0"/>
                            </p:stCondLst>
                            <p:childTnLst>
                              <p:par>
                                <p:cTn id="11" presetID="9" presetClass="exit" presetSubtype="0" fill="hold" nodeType="clickEffect">
                                  <p:stCondLst>
                                    <p:cond delay="0"/>
                                  </p:stCondLst>
                                  <p:childTnLst>
                                    <p:animEffect transition="out" filter="dissolve">
                                      <p:cBhvr>
                                        <p:cTn id="12" dur="2000"/>
                                        <p:tgtEl>
                                          <p:spTgt spid="94"/>
                                        </p:tgtEl>
                                      </p:cBhvr>
                                    </p:animEffect>
                                    <p:set>
                                      <p:cBhvr>
                                        <p:cTn id="13" dur="1" fill="hold">
                                          <p:stCondLst>
                                            <p:cond delay="1999"/>
                                          </p:stCondLst>
                                        </p:cTn>
                                        <p:tgtEl>
                                          <p:spTgt spid="94"/>
                                        </p:tgtEl>
                                        <p:attrNameLst>
                                          <p:attrName>style.visibility</p:attrName>
                                        </p:attrNameLst>
                                      </p:cBhvr>
                                      <p:to>
                                        <p:strVal val="hidden"/>
                                      </p:to>
                                    </p:set>
                                  </p:childTnLst>
                                </p:cTn>
                              </p:par>
                            </p:childTnLst>
                          </p:cTn>
                        </p:par>
                      </p:childTnLst>
                    </p:cTn>
                  </p:par>
                </p:childTnLst>
              </p:cTn>
              <p:nextCondLst>
                <p:cond evt="onClick" delay="0">
                  <p:tgtEl>
                    <p:spTgt spid="94"/>
                  </p:tgtEl>
                </p:cond>
              </p:nextCondLst>
            </p:seq>
            <p:seq concurrent="1" nextAc="seek">
              <p:cTn id="14" restart="whenNotActive" fill="hold" evtFilter="cancelBubble" nodeType="interactiveSeq">
                <p:stCondLst>
                  <p:cond evt="onClick" delay="0">
                    <p:tgtEl>
                      <p:spTgt spid="93"/>
                    </p:tgtEl>
                  </p:cond>
                </p:stCondLst>
                <p:endSync evt="end" delay="0">
                  <p:rtn val="all"/>
                </p:endSync>
                <p:childTnLst>
                  <p:par>
                    <p:cTn id="15" fill="hold">
                      <p:stCondLst>
                        <p:cond delay="0"/>
                      </p:stCondLst>
                      <p:childTnLst>
                        <p:par>
                          <p:cTn id="16" fill="hold">
                            <p:stCondLst>
                              <p:cond delay="0"/>
                            </p:stCondLst>
                            <p:childTnLst>
                              <p:par>
                                <p:cTn id="17" presetID="9" presetClass="exit" presetSubtype="0" fill="hold" nodeType="clickEffect">
                                  <p:stCondLst>
                                    <p:cond delay="0"/>
                                  </p:stCondLst>
                                  <p:childTnLst>
                                    <p:animEffect transition="out" filter="dissolve">
                                      <p:cBhvr>
                                        <p:cTn id="18" dur="2000"/>
                                        <p:tgtEl>
                                          <p:spTgt spid="93"/>
                                        </p:tgtEl>
                                      </p:cBhvr>
                                    </p:animEffect>
                                    <p:set>
                                      <p:cBhvr>
                                        <p:cTn id="19" dur="1" fill="hold">
                                          <p:stCondLst>
                                            <p:cond delay="1999"/>
                                          </p:stCondLst>
                                        </p:cTn>
                                        <p:tgtEl>
                                          <p:spTgt spid="93"/>
                                        </p:tgtEl>
                                        <p:attrNameLst>
                                          <p:attrName>style.visibility</p:attrName>
                                        </p:attrNameLst>
                                      </p:cBhvr>
                                      <p:to>
                                        <p:strVal val="hidden"/>
                                      </p:to>
                                    </p:set>
                                  </p:childTnLst>
                                </p:cTn>
                              </p:par>
                            </p:childTnLst>
                          </p:cTn>
                        </p:par>
                      </p:childTnLst>
                    </p:cTn>
                  </p:par>
                </p:childTnLst>
              </p:cTn>
              <p:nextCondLst>
                <p:cond evt="onClick" delay="0">
                  <p:tgtEl>
                    <p:spTgt spid="93"/>
                  </p:tgtEl>
                </p:cond>
              </p:nextCondLst>
            </p:seq>
            <p:seq concurrent="1" nextAc="seek">
              <p:cTn id="20" restart="whenNotActive" fill="hold" evtFilter="cancelBubble" nodeType="interactiveSeq">
                <p:stCondLst>
                  <p:cond evt="onClick" delay="0">
                    <p:tgtEl>
                      <p:spTgt spid="92"/>
                    </p:tgtEl>
                  </p:cond>
                </p:stCondLst>
                <p:endSync evt="end" delay="0">
                  <p:rtn val="all"/>
                </p:endSync>
                <p:childTnLst>
                  <p:par>
                    <p:cTn id="21" fill="hold">
                      <p:stCondLst>
                        <p:cond delay="0"/>
                      </p:stCondLst>
                      <p:childTnLst>
                        <p:par>
                          <p:cTn id="22" fill="hold">
                            <p:stCondLst>
                              <p:cond delay="0"/>
                            </p:stCondLst>
                            <p:childTnLst>
                              <p:par>
                                <p:cTn id="23" presetID="9" presetClass="exit" presetSubtype="0" fill="hold" nodeType="clickEffect">
                                  <p:stCondLst>
                                    <p:cond delay="0"/>
                                  </p:stCondLst>
                                  <p:childTnLst>
                                    <p:animEffect transition="out" filter="dissolve">
                                      <p:cBhvr>
                                        <p:cTn id="24" dur="2000"/>
                                        <p:tgtEl>
                                          <p:spTgt spid="92"/>
                                        </p:tgtEl>
                                      </p:cBhvr>
                                    </p:animEffect>
                                    <p:set>
                                      <p:cBhvr>
                                        <p:cTn id="25" dur="1" fill="hold">
                                          <p:stCondLst>
                                            <p:cond delay="1999"/>
                                          </p:stCondLst>
                                        </p:cTn>
                                        <p:tgtEl>
                                          <p:spTgt spid="92"/>
                                        </p:tgtEl>
                                        <p:attrNameLst>
                                          <p:attrName>style.visibility</p:attrName>
                                        </p:attrNameLst>
                                      </p:cBhvr>
                                      <p:to>
                                        <p:strVal val="hidden"/>
                                      </p:to>
                                    </p:set>
                                  </p:childTnLst>
                                </p:cTn>
                              </p:par>
                            </p:childTnLst>
                          </p:cTn>
                        </p:par>
                      </p:childTnLst>
                    </p:cTn>
                  </p:par>
                </p:childTnLst>
              </p:cTn>
              <p:nextCondLst>
                <p:cond evt="onClick" delay="0">
                  <p:tgtEl>
                    <p:spTgt spid="92"/>
                  </p:tgtEl>
                </p:cond>
              </p:nextCondLst>
            </p:seq>
            <p:seq concurrent="1" nextAc="seek">
              <p:cTn id="26" restart="whenNotActive" fill="hold" evtFilter="cancelBubble" nodeType="interactiveSeq">
                <p:stCondLst>
                  <p:cond evt="onClick" delay="0">
                    <p:tgtEl>
                      <p:spTgt spid="91"/>
                    </p:tgtEl>
                  </p:cond>
                </p:stCondLst>
                <p:endSync evt="end" delay="0">
                  <p:rtn val="all"/>
                </p:endSync>
                <p:childTnLst>
                  <p:par>
                    <p:cTn id="27" fill="hold">
                      <p:stCondLst>
                        <p:cond delay="0"/>
                      </p:stCondLst>
                      <p:childTnLst>
                        <p:par>
                          <p:cTn id="28" fill="hold">
                            <p:stCondLst>
                              <p:cond delay="0"/>
                            </p:stCondLst>
                            <p:childTnLst>
                              <p:par>
                                <p:cTn id="29" presetID="9" presetClass="exit" presetSubtype="0" fill="hold" nodeType="clickEffect">
                                  <p:stCondLst>
                                    <p:cond delay="0"/>
                                  </p:stCondLst>
                                  <p:childTnLst>
                                    <p:animEffect transition="out" filter="dissolve">
                                      <p:cBhvr>
                                        <p:cTn id="30" dur="2000"/>
                                        <p:tgtEl>
                                          <p:spTgt spid="91"/>
                                        </p:tgtEl>
                                      </p:cBhvr>
                                    </p:animEffect>
                                    <p:set>
                                      <p:cBhvr>
                                        <p:cTn id="31" dur="1" fill="hold">
                                          <p:stCondLst>
                                            <p:cond delay="1999"/>
                                          </p:stCondLst>
                                        </p:cTn>
                                        <p:tgtEl>
                                          <p:spTgt spid="91"/>
                                        </p:tgtEl>
                                        <p:attrNameLst>
                                          <p:attrName>style.visibility</p:attrName>
                                        </p:attrNameLst>
                                      </p:cBhvr>
                                      <p:to>
                                        <p:strVal val="hidden"/>
                                      </p:to>
                                    </p:set>
                                  </p:childTnLst>
                                </p:cTn>
                              </p:par>
                            </p:childTnLst>
                          </p:cTn>
                        </p:par>
                      </p:childTnLst>
                    </p:cTn>
                  </p:par>
                </p:childTnLst>
              </p:cTn>
              <p:nextCondLst>
                <p:cond evt="onClick" delay="0">
                  <p:tgtEl>
                    <p:spTgt spid="91"/>
                  </p:tgtEl>
                </p:cond>
              </p:nextCondLst>
            </p:seq>
            <p:seq concurrent="1" nextAc="seek">
              <p:cTn id="32" restart="whenNotActive" fill="hold" evtFilter="cancelBubble" nodeType="interactiveSeq">
                <p:stCondLst>
                  <p:cond evt="onClick" delay="0">
                    <p:tgtEl>
                      <p:spTgt spid="90"/>
                    </p:tgtEl>
                  </p:cond>
                </p:stCondLst>
                <p:endSync evt="end" delay="0">
                  <p:rtn val="all"/>
                </p:endSync>
                <p:childTnLst>
                  <p:par>
                    <p:cTn id="33" fill="hold">
                      <p:stCondLst>
                        <p:cond delay="0"/>
                      </p:stCondLst>
                      <p:childTnLst>
                        <p:par>
                          <p:cTn id="34" fill="hold">
                            <p:stCondLst>
                              <p:cond delay="0"/>
                            </p:stCondLst>
                            <p:childTnLst>
                              <p:par>
                                <p:cTn id="35" presetID="9" presetClass="exit" presetSubtype="0" fill="hold" nodeType="clickEffect">
                                  <p:stCondLst>
                                    <p:cond delay="0"/>
                                  </p:stCondLst>
                                  <p:childTnLst>
                                    <p:animEffect transition="out" filter="dissolve">
                                      <p:cBhvr>
                                        <p:cTn id="36" dur="2000"/>
                                        <p:tgtEl>
                                          <p:spTgt spid="90"/>
                                        </p:tgtEl>
                                      </p:cBhvr>
                                    </p:animEffect>
                                    <p:set>
                                      <p:cBhvr>
                                        <p:cTn id="37" dur="1" fill="hold">
                                          <p:stCondLst>
                                            <p:cond delay="1999"/>
                                          </p:stCondLst>
                                        </p:cTn>
                                        <p:tgtEl>
                                          <p:spTgt spid="90"/>
                                        </p:tgtEl>
                                        <p:attrNameLst>
                                          <p:attrName>style.visibility</p:attrName>
                                        </p:attrNameLst>
                                      </p:cBhvr>
                                      <p:to>
                                        <p:strVal val="hidden"/>
                                      </p:to>
                                    </p:set>
                                  </p:childTnLst>
                                </p:cTn>
                              </p:par>
                            </p:childTnLst>
                          </p:cTn>
                        </p:par>
                      </p:childTnLst>
                    </p:cTn>
                  </p:par>
                </p:childTnLst>
              </p:cTn>
              <p:nextCondLst>
                <p:cond evt="onClick" delay="0">
                  <p:tgtEl>
                    <p:spTgt spid="90"/>
                  </p:tgtEl>
                </p:cond>
              </p:nextCondLst>
            </p:seq>
            <p:seq concurrent="1" nextAc="seek">
              <p:cTn id="38" restart="whenNotActive" fill="hold" evtFilter="cancelBubble" nodeType="interactiveSeq">
                <p:stCondLst>
                  <p:cond evt="onClick" delay="0">
                    <p:tgtEl>
                      <p:spTgt spid="89"/>
                    </p:tgtEl>
                  </p:cond>
                </p:stCondLst>
                <p:endSync evt="end" delay="0">
                  <p:rtn val="all"/>
                </p:endSync>
                <p:childTnLst>
                  <p:par>
                    <p:cTn id="39" fill="hold">
                      <p:stCondLst>
                        <p:cond delay="0"/>
                      </p:stCondLst>
                      <p:childTnLst>
                        <p:par>
                          <p:cTn id="40" fill="hold">
                            <p:stCondLst>
                              <p:cond delay="0"/>
                            </p:stCondLst>
                            <p:childTnLst>
                              <p:par>
                                <p:cTn id="41" presetID="9" presetClass="exit" presetSubtype="0" fill="hold" nodeType="clickEffect">
                                  <p:stCondLst>
                                    <p:cond delay="0"/>
                                  </p:stCondLst>
                                  <p:childTnLst>
                                    <p:animEffect transition="out" filter="dissolve">
                                      <p:cBhvr>
                                        <p:cTn id="42" dur="2000"/>
                                        <p:tgtEl>
                                          <p:spTgt spid="89"/>
                                        </p:tgtEl>
                                      </p:cBhvr>
                                    </p:animEffect>
                                    <p:set>
                                      <p:cBhvr>
                                        <p:cTn id="43" dur="1" fill="hold">
                                          <p:stCondLst>
                                            <p:cond delay="1999"/>
                                          </p:stCondLst>
                                        </p:cTn>
                                        <p:tgtEl>
                                          <p:spTgt spid="89"/>
                                        </p:tgtEl>
                                        <p:attrNameLst>
                                          <p:attrName>style.visibility</p:attrName>
                                        </p:attrNameLst>
                                      </p:cBhvr>
                                      <p:to>
                                        <p:strVal val="hidden"/>
                                      </p:to>
                                    </p:set>
                                  </p:childTnLst>
                                </p:cTn>
                              </p:par>
                            </p:childTnLst>
                          </p:cTn>
                        </p:par>
                      </p:childTnLst>
                    </p:cTn>
                  </p:par>
                </p:childTnLst>
              </p:cTn>
              <p:nextCondLst>
                <p:cond evt="onClick" delay="0">
                  <p:tgtEl>
                    <p:spTgt spid="89"/>
                  </p:tgtEl>
                </p:cond>
              </p:nextCondLst>
            </p:seq>
            <p:seq concurrent="1" nextAc="seek">
              <p:cTn id="44" restart="whenNotActive" fill="hold" evtFilter="cancelBubble" nodeType="interactiveSeq">
                <p:stCondLst>
                  <p:cond evt="onClick" delay="0">
                    <p:tgtEl>
                      <p:spTgt spid="88"/>
                    </p:tgtEl>
                  </p:cond>
                </p:stCondLst>
                <p:endSync evt="end" delay="0">
                  <p:rtn val="all"/>
                </p:endSync>
                <p:childTnLst>
                  <p:par>
                    <p:cTn id="45" fill="hold">
                      <p:stCondLst>
                        <p:cond delay="0"/>
                      </p:stCondLst>
                      <p:childTnLst>
                        <p:par>
                          <p:cTn id="46" fill="hold">
                            <p:stCondLst>
                              <p:cond delay="0"/>
                            </p:stCondLst>
                            <p:childTnLst>
                              <p:par>
                                <p:cTn id="47" presetID="9" presetClass="exit" presetSubtype="0" fill="hold" nodeType="clickEffect">
                                  <p:stCondLst>
                                    <p:cond delay="0"/>
                                  </p:stCondLst>
                                  <p:childTnLst>
                                    <p:animEffect transition="out" filter="dissolve">
                                      <p:cBhvr>
                                        <p:cTn id="48" dur="2000"/>
                                        <p:tgtEl>
                                          <p:spTgt spid="88"/>
                                        </p:tgtEl>
                                      </p:cBhvr>
                                    </p:animEffect>
                                    <p:set>
                                      <p:cBhvr>
                                        <p:cTn id="49" dur="1" fill="hold">
                                          <p:stCondLst>
                                            <p:cond delay="1999"/>
                                          </p:stCondLst>
                                        </p:cTn>
                                        <p:tgtEl>
                                          <p:spTgt spid="88"/>
                                        </p:tgtEl>
                                        <p:attrNameLst>
                                          <p:attrName>style.visibility</p:attrName>
                                        </p:attrNameLst>
                                      </p:cBhvr>
                                      <p:to>
                                        <p:strVal val="hidden"/>
                                      </p:to>
                                    </p:set>
                                  </p:childTnLst>
                                </p:cTn>
                              </p:par>
                            </p:childTnLst>
                          </p:cTn>
                        </p:par>
                      </p:childTnLst>
                    </p:cTn>
                  </p:par>
                </p:childTnLst>
              </p:cTn>
              <p:nextCondLst>
                <p:cond evt="onClick" delay="0">
                  <p:tgtEl>
                    <p:spTgt spid="88"/>
                  </p:tgtEl>
                </p:cond>
              </p:nextCondLst>
            </p:seq>
            <p:seq concurrent="1" nextAc="seek">
              <p:cTn id="50" restart="whenNotActive" fill="hold" evtFilter="cancelBubble" nodeType="interactiveSeq">
                <p:stCondLst>
                  <p:cond evt="onClick" delay="0">
                    <p:tgtEl>
                      <p:spTgt spid="103"/>
                    </p:tgtEl>
                  </p:cond>
                </p:stCondLst>
                <p:endSync evt="end" delay="0">
                  <p:rtn val="all"/>
                </p:endSync>
                <p:childTnLst>
                  <p:par>
                    <p:cTn id="51" fill="hold">
                      <p:stCondLst>
                        <p:cond delay="0"/>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95"/>
                                        </p:tgtEl>
                                        <p:attrNameLst>
                                          <p:attrName>style.visibility</p:attrName>
                                        </p:attrNameLst>
                                      </p:cBhvr>
                                      <p:to>
                                        <p:strVal val="visible"/>
                                      </p:to>
                                    </p:set>
                                    <p:animEffect transition="in" filter="dissolve">
                                      <p:cBhvr>
                                        <p:cTn id="55" dur="2000"/>
                                        <p:tgtEl>
                                          <p:spTgt spid="95"/>
                                        </p:tgtEl>
                                      </p:cBhvr>
                                    </p:animEffect>
                                  </p:childTnLst>
                                </p:cTn>
                              </p:par>
                            </p:childTnLst>
                          </p:cTn>
                        </p:par>
                      </p:childTnLst>
                    </p:cTn>
                  </p:par>
                </p:childTnLst>
              </p:cTn>
              <p:nextCondLst>
                <p:cond evt="onClick" delay="0">
                  <p:tgtEl>
                    <p:spTgt spid="103"/>
                  </p:tgtEl>
                </p:cond>
              </p:nextCondLst>
            </p:seq>
            <p:seq concurrent="1" nextAc="seek">
              <p:cTn id="56" restart="whenNotActive" fill="hold" evtFilter="cancelBubble" nodeType="interactiveSeq">
                <p:stCondLst>
                  <p:cond evt="onClick" delay="0">
                    <p:tgtEl>
                      <p:spTgt spid="102"/>
                    </p:tgtEl>
                  </p:cond>
                </p:stCondLst>
                <p:endSync evt="end" delay="0">
                  <p:rtn val="all"/>
                </p:endSync>
                <p:childTnLst>
                  <p:par>
                    <p:cTn id="57" fill="hold">
                      <p:stCondLst>
                        <p:cond delay="0"/>
                      </p:stCondLst>
                      <p:childTnLst>
                        <p:par>
                          <p:cTn id="58" fill="hold">
                            <p:stCondLst>
                              <p:cond delay="0"/>
                            </p:stCondLst>
                            <p:childTnLst>
                              <p:par>
                                <p:cTn id="59" presetID="9" presetClass="entr" presetSubtype="0" fill="hold" nodeType="clickEffect">
                                  <p:stCondLst>
                                    <p:cond delay="0"/>
                                  </p:stCondLst>
                                  <p:childTnLst>
                                    <p:set>
                                      <p:cBhvr>
                                        <p:cTn id="60" dur="1" fill="hold">
                                          <p:stCondLst>
                                            <p:cond delay="0"/>
                                          </p:stCondLst>
                                        </p:cTn>
                                        <p:tgtEl>
                                          <p:spTgt spid="94"/>
                                        </p:tgtEl>
                                        <p:attrNameLst>
                                          <p:attrName>style.visibility</p:attrName>
                                        </p:attrNameLst>
                                      </p:cBhvr>
                                      <p:to>
                                        <p:strVal val="visible"/>
                                      </p:to>
                                    </p:set>
                                    <p:animEffect transition="in" filter="dissolve">
                                      <p:cBhvr>
                                        <p:cTn id="61" dur="2000"/>
                                        <p:tgtEl>
                                          <p:spTgt spid="94"/>
                                        </p:tgtEl>
                                      </p:cBhvr>
                                    </p:animEffect>
                                  </p:childTnLst>
                                </p:cTn>
                              </p:par>
                            </p:childTnLst>
                          </p:cTn>
                        </p:par>
                      </p:childTnLst>
                    </p:cTn>
                  </p:par>
                </p:childTnLst>
              </p:cTn>
              <p:nextCondLst>
                <p:cond evt="onClick" delay="0">
                  <p:tgtEl>
                    <p:spTgt spid="102"/>
                  </p:tgtEl>
                </p:cond>
              </p:nextCondLst>
            </p:seq>
            <p:seq concurrent="1" nextAc="seek">
              <p:cTn id="62" restart="whenNotActive" fill="hold" evtFilter="cancelBubble" nodeType="interactiveSeq">
                <p:stCondLst>
                  <p:cond evt="onClick" delay="0">
                    <p:tgtEl>
                      <p:spTgt spid="101"/>
                    </p:tgtEl>
                  </p:cond>
                </p:stCondLst>
                <p:endSync evt="end" delay="0">
                  <p:rtn val="all"/>
                </p:endSync>
                <p:childTnLst>
                  <p:par>
                    <p:cTn id="63" fill="hold">
                      <p:stCondLst>
                        <p:cond delay="0"/>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93"/>
                                        </p:tgtEl>
                                        <p:attrNameLst>
                                          <p:attrName>style.visibility</p:attrName>
                                        </p:attrNameLst>
                                      </p:cBhvr>
                                      <p:to>
                                        <p:strVal val="visible"/>
                                      </p:to>
                                    </p:set>
                                    <p:animEffect transition="in" filter="dissolve">
                                      <p:cBhvr>
                                        <p:cTn id="67" dur="2000"/>
                                        <p:tgtEl>
                                          <p:spTgt spid="93"/>
                                        </p:tgtEl>
                                      </p:cBhvr>
                                    </p:animEffect>
                                  </p:childTnLst>
                                </p:cTn>
                              </p:par>
                            </p:childTnLst>
                          </p:cTn>
                        </p:par>
                      </p:childTnLst>
                    </p:cTn>
                  </p:par>
                </p:childTnLst>
              </p:cTn>
              <p:nextCondLst>
                <p:cond evt="onClick" delay="0">
                  <p:tgtEl>
                    <p:spTgt spid="101"/>
                  </p:tgtEl>
                </p:cond>
              </p:nextCondLst>
            </p:seq>
            <p:seq concurrent="1" nextAc="seek">
              <p:cTn id="68" restart="whenNotActive" fill="hold" evtFilter="cancelBubble" nodeType="interactiveSeq">
                <p:stCondLst>
                  <p:cond evt="onClick" delay="0">
                    <p:tgtEl>
                      <p:spTgt spid="100"/>
                    </p:tgtEl>
                  </p:cond>
                </p:stCondLst>
                <p:endSync evt="end" delay="0">
                  <p:rtn val="all"/>
                </p:endSync>
                <p:childTnLst>
                  <p:par>
                    <p:cTn id="69" fill="hold">
                      <p:stCondLst>
                        <p:cond delay="0"/>
                      </p:stCondLst>
                      <p:childTnLst>
                        <p:par>
                          <p:cTn id="70" fill="hold">
                            <p:stCondLst>
                              <p:cond delay="0"/>
                            </p:stCondLst>
                            <p:childTnLst>
                              <p:par>
                                <p:cTn id="71" presetID="9" presetClass="entr" presetSubtype="0" fill="hold" nodeType="clickEffect">
                                  <p:stCondLst>
                                    <p:cond delay="0"/>
                                  </p:stCondLst>
                                  <p:childTnLst>
                                    <p:set>
                                      <p:cBhvr>
                                        <p:cTn id="72" dur="1" fill="hold">
                                          <p:stCondLst>
                                            <p:cond delay="0"/>
                                          </p:stCondLst>
                                        </p:cTn>
                                        <p:tgtEl>
                                          <p:spTgt spid="92"/>
                                        </p:tgtEl>
                                        <p:attrNameLst>
                                          <p:attrName>style.visibility</p:attrName>
                                        </p:attrNameLst>
                                      </p:cBhvr>
                                      <p:to>
                                        <p:strVal val="visible"/>
                                      </p:to>
                                    </p:set>
                                    <p:animEffect transition="in" filter="dissolve">
                                      <p:cBhvr>
                                        <p:cTn id="73" dur="2000"/>
                                        <p:tgtEl>
                                          <p:spTgt spid="92"/>
                                        </p:tgtEl>
                                      </p:cBhvr>
                                    </p:animEffect>
                                  </p:childTnLst>
                                </p:cTn>
                              </p:par>
                            </p:childTnLst>
                          </p:cTn>
                        </p:par>
                      </p:childTnLst>
                    </p:cTn>
                  </p:par>
                </p:childTnLst>
              </p:cTn>
              <p:nextCondLst>
                <p:cond evt="onClick" delay="0">
                  <p:tgtEl>
                    <p:spTgt spid="100"/>
                  </p:tgtEl>
                </p:cond>
              </p:nextCondLst>
            </p:seq>
            <p:seq concurrent="1" nextAc="seek">
              <p:cTn id="74" restart="whenNotActive" fill="hold" evtFilter="cancelBubble" nodeType="interactiveSeq">
                <p:stCondLst>
                  <p:cond evt="onClick" delay="0">
                    <p:tgtEl>
                      <p:spTgt spid="99"/>
                    </p:tgtEl>
                  </p:cond>
                </p:stCondLst>
                <p:endSync evt="end" delay="0">
                  <p:rtn val="all"/>
                </p:endSync>
                <p:childTnLst>
                  <p:par>
                    <p:cTn id="75" fill="hold">
                      <p:stCondLst>
                        <p:cond delay="0"/>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91"/>
                                        </p:tgtEl>
                                        <p:attrNameLst>
                                          <p:attrName>style.visibility</p:attrName>
                                        </p:attrNameLst>
                                      </p:cBhvr>
                                      <p:to>
                                        <p:strVal val="visible"/>
                                      </p:to>
                                    </p:set>
                                    <p:animEffect transition="in" filter="dissolve">
                                      <p:cBhvr>
                                        <p:cTn id="79" dur="2000"/>
                                        <p:tgtEl>
                                          <p:spTgt spid="91"/>
                                        </p:tgtEl>
                                      </p:cBhvr>
                                    </p:animEffect>
                                  </p:childTnLst>
                                </p:cTn>
                              </p:par>
                            </p:childTnLst>
                          </p:cTn>
                        </p:par>
                      </p:childTnLst>
                    </p:cTn>
                  </p:par>
                </p:childTnLst>
              </p:cTn>
              <p:nextCondLst>
                <p:cond evt="onClick" delay="0">
                  <p:tgtEl>
                    <p:spTgt spid="99"/>
                  </p:tgtEl>
                </p:cond>
              </p:nextCondLst>
            </p:seq>
            <p:seq concurrent="1" nextAc="seek">
              <p:cTn id="80" restart="whenNotActive" fill="hold" evtFilter="cancelBubble" nodeType="interactiveSeq">
                <p:stCondLst>
                  <p:cond evt="onClick" delay="0">
                    <p:tgtEl>
                      <p:spTgt spid="98"/>
                    </p:tgtEl>
                  </p:cond>
                </p:stCondLst>
                <p:endSync evt="end" delay="0">
                  <p:rtn val="all"/>
                </p:endSync>
                <p:childTnLst>
                  <p:par>
                    <p:cTn id="81" fill="hold">
                      <p:stCondLst>
                        <p:cond delay="0"/>
                      </p:stCondLst>
                      <p:childTnLst>
                        <p:par>
                          <p:cTn id="82" fill="hold">
                            <p:stCondLst>
                              <p:cond delay="0"/>
                            </p:stCondLst>
                            <p:childTnLst>
                              <p:par>
                                <p:cTn id="83" presetID="9" presetClass="entr" presetSubtype="0" fill="hold" nodeType="clickEffect">
                                  <p:stCondLst>
                                    <p:cond delay="0"/>
                                  </p:stCondLst>
                                  <p:childTnLst>
                                    <p:set>
                                      <p:cBhvr>
                                        <p:cTn id="84" dur="1" fill="hold">
                                          <p:stCondLst>
                                            <p:cond delay="0"/>
                                          </p:stCondLst>
                                        </p:cTn>
                                        <p:tgtEl>
                                          <p:spTgt spid="90"/>
                                        </p:tgtEl>
                                        <p:attrNameLst>
                                          <p:attrName>style.visibility</p:attrName>
                                        </p:attrNameLst>
                                      </p:cBhvr>
                                      <p:to>
                                        <p:strVal val="visible"/>
                                      </p:to>
                                    </p:set>
                                    <p:animEffect transition="in" filter="dissolve">
                                      <p:cBhvr>
                                        <p:cTn id="85" dur="2000"/>
                                        <p:tgtEl>
                                          <p:spTgt spid="90"/>
                                        </p:tgtEl>
                                      </p:cBhvr>
                                    </p:animEffect>
                                  </p:childTnLst>
                                </p:cTn>
                              </p:par>
                            </p:childTnLst>
                          </p:cTn>
                        </p:par>
                      </p:childTnLst>
                    </p:cTn>
                  </p:par>
                </p:childTnLst>
              </p:cTn>
              <p:nextCondLst>
                <p:cond evt="onClick" delay="0">
                  <p:tgtEl>
                    <p:spTgt spid="98"/>
                  </p:tgtEl>
                </p:cond>
              </p:nextCondLst>
            </p:seq>
            <p:seq concurrent="1" nextAc="seek">
              <p:cTn id="86" restart="whenNotActive" fill="hold" evtFilter="cancelBubble" nodeType="interactiveSeq">
                <p:stCondLst>
                  <p:cond evt="onClick" delay="0">
                    <p:tgtEl>
                      <p:spTgt spid="97"/>
                    </p:tgtEl>
                  </p:cond>
                </p:stCondLst>
                <p:endSync evt="end" delay="0">
                  <p:rtn val="all"/>
                </p:endSync>
                <p:childTnLst>
                  <p:par>
                    <p:cTn id="87" fill="hold">
                      <p:stCondLst>
                        <p:cond delay="0"/>
                      </p:stCondLst>
                      <p:childTnLst>
                        <p:par>
                          <p:cTn id="88" fill="hold">
                            <p:stCondLst>
                              <p:cond delay="0"/>
                            </p:stCondLst>
                            <p:childTnLst>
                              <p:par>
                                <p:cTn id="89" presetID="9" presetClass="entr" presetSubtype="0" fill="hold" nodeType="clickEffect">
                                  <p:stCondLst>
                                    <p:cond delay="0"/>
                                  </p:stCondLst>
                                  <p:childTnLst>
                                    <p:set>
                                      <p:cBhvr>
                                        <p:cTn id="90" dur="1" fill="hold">
                                          <p:stCondLst>
                                            <p:cond delay="0"/>
                                          </p:stCondLst>
                                        </p:cTn>
                                        <p:tgtEl>
                                          <p:spTgt spid="89"/>
                                        </p:tgtEl>
                                        <p:attrNameLst>
                                          <p:attrName>style.visibility</p:attrName>
                                        </p:attrNameLst>
                                      </p:cBhvr>
                                      <p:to>
                                        <p:strVal val="visible"/>
                                      </p:to>
                                    </p:set>
                                    <p:animEffect transition="in" filter="dissolve">
                                      <p:cBhvr>
                                        <p:cTn id="91" dur="2000"/>
                                        <p:tgtEl>
                                          <p:spTgt spid="89"/>
                                        </p:tgtEl>
                                      </p:cBhvr>
                                    </p:animEffect>
                                  </p:childTnLst>
                                </p:cTn>
                              </p:par>
                            </p:childTnLst>
                          </p:cTn>
                        </p:par>
                      </p:childTnLst>
                    </p:cTn>
                  </p:par>
                </p:childTnLst>
              </p:cTn>
              <p:nextCondLst>
                <p:cond evt="onClick" delay="0">
                  <p:tgtEl>
                    <p:spTgt spid="97"/>
                  </p:tgtEl>
                </p:cond>
              </p:nextCondLst>
            </p:seq>
            <p:seq concurrent="1" nextAc="seek">
              <p:cTn id="92" restart="whenNotActive" fill="hold" evtFilter="cancelBubble" nodeType="interactiveSeq">
                <p:stCondLst>
                  <p:cond evt="onClick" delay="0">
                    <p:tgtEl>
                      <p:spTgt spid="96"/>
                    </p:tgtEl>
                  </p:cond>
                </p:stCondLst>
                <p:endSync evt="end" delay="0">
                  <p:rtn val="all"/>
                </p:endSync>
                <p:childTnLst>
                  <p:par>
                    <p:cTn id="93" fill="hold">
                      <p:stCondLst>
                        <p:cond delay="0"/>
                      </p:stCondLst>
                      <p:childTnLst>
                        <p:par>
                          <p:cTn id="94" fill="hold">
                            <p:stCondLst>
                              <p:cond delay="0"/>
                            </p:stCondLst>
                            <p:childTnLst>
                              <p:par>
                                <p:cTn id="95" presetID="9" presetClass="entr" presetSubtype="0" fill="hold" nodeType="clickEffect">
                                  <p:stCondLst>
                                    <p:cond delay="0"/>
                                  </p:stCondLst>
                                  <p:childTnLst>
                                    <p:set>
                                      <p:cBhvr>
                                        <p:cTn id="96" dur="1" fill="hold">
                                          <p:stCondLst>
                                            <p:cond delay="0"/>
                                          </p:stCondLst>
                                        </p:cTn>
                                        <p:tgtEl>
                                          <p:spTgt spid="88"/>
                                        </p:tgtEl>
                                        <p:attrNameLst>
                                          <p:attrName>style.visibility</p:attrName>
                                        </p:attrNameLst>
                                      </p:cBhvr>
                                      <p:to>
                                        <p:strVal val="visible"/>
                                      </p:to>
                                    </p:set>
                                    <p:animEffect transition="in" filter="dissolve">
                                      <p:cBhvr>
                                        <p:cTn id="97" dur="2000"/>
                                        <p:tgtEl>
                                          <p:spTgt spid="88"/>
                                        </p:tgtEl>
                                      </p:cBhvr>
                                    </p:animEffect>
                                  </p:childTnLst>
                                </p:cTn>
                              </p:par>
                            </p:childTnLst>
                          </p:cTn>
                        </p:par>
                      </p:childTnLst>
                    </p:cTn>
                  </p:par>
                </p:childTnLst>
              </p:cTn>
              <p:nextCondLst>
                <p:cond evt="onClick" delay="0">
                  <p:tgtEl>
                    <p:spTgt spid="9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3A46"/>
        </a:solidFill>
        <a:effectLst/>
      </p:bgPr>
    </p:bg>
    <p:spTree>
      <p:nvGrpSpPr>
        <p:cNvPr id="1" name=""/>
        <p:cNvGrpSpPr/>
        <p:nvPr/>
      </p:nvGrpSpPr>
      <p:grpSpPr>
        <a:xfrm>
          <a:off x="0" y="0"/>
          <a:ext cx="0" cy="0"/>
          <a:chOff x="0" y="0"/>
          <a:chExt cx="0" cy="0"/>
        </a:xfrm>
      </p:grpSpPr>
      <p:sp>
        <p:nvSpPr>
          <p:cNvPr id="2" name="Text 0"/>
          <p:cNvSpPr/>
          <p:nvPr/>
        </p:nvSpPr>
        <p:spPr>
          <a:xfrm>
            <a:off x="8192293" y="0"/>
            <a:ext cx="3999707" cy="3810000"/>
          </a:xfrm>
          <a:prstGeom prst="ellipse">
            <a:avLst/>
          </a:prstGeom>
          <a:solidFill>
            <a:srgbClr val="FFFFFF">
              <a:alpha val="3000"/>
            </a:srgbClr>
          </a:solidFill>
          <a:ln/>
        </p:spPr>
        <p:txBody>
          <a:bodyPr wrap="square" rtlCol="0" anchor="t"/>
          <a:lstStyle/>
          <a:p>
            <a:endParaRPr lang="en-US" sz="2400"/>
          </a:p>
        </p:txBody>
      </p:sp>
      <p:sp>
        <p:nvSpPr>
          <p:cNvPr id="3" name="Text 1"/>
          <p:cNvSpPr/>
          <p:nvPr/>
        </p:nvSpPr>
        <p:spPr>
          <a:xfrm>
            <a:off x="0" y="4763293"/>
            <a:ext cx="2667000" cy="2094707"/>
          </a:xfrm>
          <a:prstGeom prst="ellipse">
            <a:avLst/>
          </a:prstGeom>
          <a:solidFill>
            <a:srgbClr val="FFFFFF">
              <a:alpha val="3000"/>
            </a:srgbClr>
          </a:solidFill>
          <a:ln/>
        </p:spPr>
        <p:txBody>
          <a:bodyPr wrap="square" rtlCol="0" anchor="t"/>
          <a:lstStyle/>
          <a:p>
            <a:endParaRPr lang="en-US" sz="2400"/>
          </a:p>
        </p:txBody>
      </p:sp>
      <p:sp>
        <p:nvSpPr>
          <p:cNvPr id="4" name="Text 2"/>
          <p:cNvSpPr/>
          <p:nvPr/>
        </p:nvSpPr>
        <p:spPr>
          <a:xfrm>
            <a:off x="7239000" y="0"/>
            <a:ext cx="4953000" cy="4761707"/>
          </a:xfrm>
          <a:prstGeom prst="ellipse">
            <a:avLst/>
          </a:prstGeom>
          <a:noFill/>
          <a:ln w="9525">
            <a:solidFill>
              <a:srgbClr val="FFFFFF">
                <a:alpha val="5000"/>
              </a:srgbClr>
            </a:solidFill>
          </a:ln>
        </p:spPr>
        <p:txBody>
          <a:bodyPr wrap="square" rtlCol="0" anchor="t"/>
          <a:lstStyle/>
          <a:p>
            <a:endParaRPr lang="en-US" sz="2400"/>
          </a:p>
        </p:txBody>
      </p:sp>
      <p:sp>
        <p:nvSpPr>
          <p:cNvPr id="5" name="Text 3"/>
          <p:cNvSpPr/>
          <p:nvPr/>
        </p:nvSpPr>
        <p:spPr>
          <a:xfrm>
            <a:off x="1" y="4475362"/>
            <a:ext cx="3144639" cy="2382639"/>
          </a:xfrm>
          <a:prstGeom prst="ellipse">
            <a:avLst/>
          </a:prstGeom>
          <a:noFill/>
          <a:ln w="9525">
            <a:solidFill>
              <a:srgbClr val="FFFFFF">
                <a:alpha val="5000"/>
              </a:srgbClr>
            </a:solidFill>
          </a:ln>
        </p:spPr>
        <p:txBody>
          <a:bodyPr wrap="square" rtlCol="0" anchor="t"/>
          <a:lstStyle/>
          <a:p>
            <a:endParaRPr lang="en-US" sz="2400"/>
          </a:p>
        </p:txBody>
      </p:sp>
      <p:sp>
        <p:nvSpPr>
          <p:cNvPr id="6" name="Text 4"/>
          <p:cNvSpPr/>
          <p:nvPr/>
        </p:nvSpPr>
        <p:spPr>
          <a:xfrm>
            <a:off x="572294" y="572294"/>
            <a:ext cx="2858293" cy="2858293"/>
          </a:xfrm>
          <a:prstGeom prst="ellipse">
            <a:avLst/>
          </a:prstGeom>
          <a:noFill/>
          <a:ln w="9525">
            <a:solidFill>
              <a:srgbClr val="FFFFFF">
                <a:alpha val="5000"/>
              </a:srgbClr>
            </a:solidFill>
          </a:ln>
        </p:spPr>
        <p:txBody>
          <a:bodyPr wrap="square" rtlCol="0" anchor="t"/>
          <a:lstStyle/>
          <a:p>
            <a:endParaRPr lang="en-US" sz="2400"/>
          </a:p>
        </p:txBody>
      </p:sp>
      <p:sp>
        <p:nvSpPr>
          <p:cNvPr id="7" name="Text 5"/>
          <p:cNvSpPr/>
          <p:nvPr/>
        </p:nvSpPr>
        <p:spPr>
          <a:xfrm>
            <a:off x="0" y="0"/>
            <a:ext cx="38893" cy="6858000"/>
          </a:xfrm>
          <a:prstGeom prst="rect">
            <a:avLst/>
          </a:prstGeom>
          <a:gradFill rotWithShape="1">
            <a:gsLst>
              <a:gs pos="0">
                <a:srgbClr val="000000">
                  <a:alpha val="0"/>
                </a:srgbClr>
              </a:gs>
              <a:gs pos="30000">
                <a:srgbClr val="FAB753">
                  <a:alpha val="40000"/>
                </a:srgbClr>
              </a:gs>
              <a:gs pos="70000">
                <a:srgbClr val="FAB753">
                  <a:alpha val="40000"/>
                </a:srgbClr>
              </a:gs>
              <a:gs pos="100000">
                <a:srgbClr val="000000">
                  <a:alpha val="0"/>
                </a:srgbClr>
              </a:gs>
            </a:gsLst>
            <a:lin ang="5400000" scaled="1"/>
          </a:gradFill>
          <a:ln/>
        </p:spPr>
        <p:txBody>
          <a:bodyPr wrap="square" rtlCol="0" anchor="t"/>
          <a:lstStyle/>
          <a:p>
            <a:endParaRPr lang="en-US" sz="2400"/>
          </a:p>
        </p:txBody>
      </p:sp>
      <p:sp>
        <p:nvSpPr>
          <p:cNvPr id="8" name="Eyebrow"/>
          <p:cNvSpPr/>
          <p:nvPr/>
        </p:nvSpPr>
        <p:spPr>
          <a:xfrm>
            <a:off x="4192589" y="836517"/>
            <a:ext cx="3999705" cy="132967"/>
          </a:xfrm>
          <a:prstGeom prst="rect">
            <a:avLst/>
          </a:prstGeom>
          <a:noFill/>
          <a:ln/>
        </p:spPr>
        <p:txBody>
          <a:bodyPr wrap="square" lIns="0" tIns="0" rIns="0" bIns="0" rtlCol="0" anchor="t"/>
          <a:lstStyle/>
          <a:p>
            <a:pPr algn="ctr">
              <a:lnSpc>
                <a:spcPts val="1240"/>
              </a:lnSpc>
            </a:pPr>
            <a:r>
              <a:rPr lang="en-US" sz="827" b="1" kern="0" spc="207" dirty="0">
                <a:solidFill>
                  <a:srgbClr val="FAB753"/>
                </a:solidFill>
                <a:latin typeface="Calibri" pitchFamily="34" charset="0"/>
                <a:ea typeface="Calibri" pitchFamily="34" charset="-122"/>
                <a:cs typeface="Calibri" pitchFamily="34" charset="-120"/>
              </a:rPr>
              <a:t>CENTERSTONE SCHOOL-BASED CLINICAL TRAINING SERIES</a:t>
            </a:r>
            <a:endParaRPr lang="en-US" sz="827" dirty="0"/>
          </a:p>
        </p:txBody>
      </p:sp>
      <p:sp>
        <p:nvSpPr>
          <p:cNvPr id="9" name="Accent Line Top"/>
          <p:cNvSpPr/>
          <p:nvPr/>
        </p:nvSpPr>
        <p:spPr>
          <a:xfrm>
            <a:off x="5809854" y="1241889"/>
            <a:ext cx="572293" cy="18455"/>
          </a:xfrm>
          <a:prstGeom prst="rect">
            <a:avLst/>
          </a:prstGeom>
          <a:solidFill>
            <a:srgbClr val="FAB753"/>
          </a:solidFill>
          <a:ln/>
        </p:spPr>
        <p:txBody>
          <a:bodyPr wrap="none" rtlCol="0" anchor="t"/>
          <a:lstStyle/>
          <a:p>
            <a:endParaRPr lang="en-US" sz="2400"/>
          </a:p>
        </p:txBody>
      </p:sp>
      <p:sp>
        <p:nvSpPr>
          <p:cNvPr id="10" name="Title"/>
          <p:cNvSpPr/>
          <p:nvPr/>
        </p:nvSpPr>
        <p:spPr>
          <a:xfrm>
            <a:off x="2362831" y="1506667"/>
            <a:ext cx="7466141" cy="754261"/>
          </a:xfrm>
          <a:prstGeom prst="rect">
            <a:avLst/>
          </a:prstGeom>
          <a:noFill/>
          <a:ln/>
        </p:spPr>
        <p:txBody>
          <a:bodyPr wrap="square" lIns="0" tIns="0" rIns="0" bIns="0" rtlCol="0" anchor="t"/>
          <a:lstStyle/>
          <a:p>
            <a:pPr algn="ctr">
              <a:lnSpc>
                <a:spcPts val="5940"/>
              </a:lnSpc>
              <a:spcAft>
                <a:spcPts val="2107"/>
              </a:spcAft>
            </a:pPr>
            <a:r>
              <a:rPr lang="en-US" sz="5400" kern="0" spc="-53" dirty="0">
                <a:solidFill>
                  <a:srgbClr val="FFFFFF"/>
                </a:solidFill>
                <a:latin typeface="Calibri Light" pitchFamily="34" charset="0"/>
                <a:ea typeface="Calibri Light" pitchFamily="34" charset="-122"/>
                <a:cs typeface="Calibri Light" pitchFamily="34" charset="-120"/>
              </a:rPr>
              <a:t>New Hire Group</a:t>
            </a:r>
            <a:endParaRPr lang="en-US" sz="5400" dirty="0"/>
          </a:p>
        </p:txBody>
      </p:sp>
      <p:sp>
        <p:nvSpPr>
          <p:cNvPr id="11" name="Accent Line Bottom"/>
          <p:cNvSpPr/>
          <p:nvPr/>
        </p:nvSpPr>
        <p:spPr>
          <a:xfrm>
            <a:off x="5524500" y="2533333"/>
            <a:ext cx="1143000" cy="10120"/>
          </a:xfrm>
          <a:prstGeom prst="rect">
            <a:avLst/>
          </a:prstGeom>
          <a:solidFill>
            <a:srgbClr val="FAB753">
              <a:alpha val="35000"/>
            </a:srgbClr>
          </a:solidFill>
          <a:ln/>
        </p:spPr>
        <p:txBody>
          <a:bodyPr wrap="none" rtlCol="0" anchor="t"/>
          <a:lstStyle/>
          <a:p>
            <a:endParaRPr lang="en-US" sz="2400"/>
          </a:p>
        </p:txBody>
      </p:sp>
      <p:sp>
        <p:nvSpPr>
          <p:cNvPr id="12" name="Message"/>
          <p:cNvSpPr/>
          <p:nvPr/>
        </p:nvSpPr>
        <p:spPr>
          <a:xfrm>
            <a:off x="2762831" y="2720000"/>
            <a:ext cx="6666339" cy="533333"/>
          </a:xfrm>
          <a:prstGeom prst="rect">
            <a:avLst/>
          </a:prstGeom>
          <a:noFill/>
          <a:ln/>
        </p:spPr>
        <p:txBody>
          <a:bodyPr wrap="square" lIns="0" tIns="0" rIns="0" bIns="0" rtlCol="0" anchor="t"/>
          <a:lstStyle/>
          <a:p>
            <a:pPr algn="ctr">
              <a:lnSpc>
                <a:spcPts val="2480"/>
              </a:lnSpc>
            </a:pPr>
            <a:r>
              <a:rPr lang="en-US" sz="1653" kern="0" spc="67" dirty="0">
                <a:solidFill>
                  <a:srgbClr val="55A49C"/>
                </a:solidFill>
                <a:latin typeface="Calibri Light" pitchFamily="34" charset="0"/>
                <a:ea typeface="Calibri Light" pitchFamily="34" charset="-122"/>
                <a:cs typeface="Calibri Light" pitchFamily="34" charset="-120"/>
              </a:rPr>
              <a:t>Completion of this survey is required for attendance verification for today’s training.</a:t>
            </a:r>
            <a:endParaRPr lang="en-US" sz="1653" dirty="0"/>
          </a:p>
        </p:txBody>
      </p:sp>
      <p:sp>
        <p:nvSpPr>
          <p:cNvPr id="17" name="Survey Link Placeholder"/>
          <p:cNvSpPr/>
          <p:nvPr/>
        </p:nvSpPr>
        <p:spPr>
          <a:xfrm>
            <a:off x="2667000" y="5590496"/>
            <a:ext cx="6666339" cy="440000"/>
          </a:xfrm>
          <a:prstGeom prst="rect">
            <a:avLst/>
          </a:prstGeom>
          <a:noFill/>
          <a:ln/>
        </p:spPr>
        <p:txBody>
          <a:bodyPr wrap="square" lIns="0" tIns="0" rIns="0" bIns="0" rtlCol="0" anchor="t"/>
          <a:lstStyle/>
          <a:p>
            <a:pPr algn="ctr">
              <a:lnSpc>
                <a:spcPts val="1920"/>
              </a:lnSpc>
            </a:pPr>
            <a:r>
              <a:rPr lang="en-US" sz="1413" u="sng" dirty="0">
                <a:solidFill>
                  <a:srgbClr val="FBB753"/>
                </a:solidFill>
                <a:hlinkClick r:id="rId2">
                  <a:extLst>
                    <a:ext uri="{A12FA001-AC4F-418D-AE19-62706E023703}">
                      <ahyp:hlinkClr xmlns:ahyp="http://schemas.microsoft.com/office/drawing/2018/hyperlinkcolor" val="tx"/>
                    </a:ext>
                  </a:extLst>
                </a:hlinkClick>
              </a:rPr>
              <a:t>https://forms.office.com/r/EXVCQtPbti</a:t>
            </a:r>
            <a:endParaRPr lang="en-US" sz="1413" dirty="0">
              <a:solidFill>
                <a:srgbClr val="FBB753"/>
              </a:solidFill>
            </a:endParaRPr>
          </a:p>
          <a:p>
            <a:pPr algn="ctr">
              <a:lnSpc>
                <a:spcPts val="1920"/>
              </a:lnSpc>
            </a:pPr>
            <a:endParaRPr lang="en-US" sz="1400" dirty="0"/>
          </a:p>
        </p:txBody>
      </p:sp>
      <p:sp>
        <p:nvSpPr>
          <p:cNvPr id="15" name="Bottom Accent"/>
          <p:cNvSpPr/>
          <p:nvPr/>
        </p:nvSpPr>
        <p:spPr>
          <a:xfrm>
            <a:off x="0" y="6819107"/>
            <a:ext cx="12192000" cy="38893"/>
          </a:xfrm>
          <a:prstGeom prst="rect">
            <a:avLst/>
          </a:prstGeom>
          <a:gradFill rotWithShape="1">
            <a:gsLst>
              <a:gs pos="0">
                <a:srgbClr val="000000">
                  <a:alpha val="0"/>
                </a:srgbClr>
              </a:gs>
              <a:gs pos="30000">
                <a:srgbClr val="FAB753">
                  <a:alpha val="60000"/>
                </a:srgbClr>
              </a:gs>
              <a:gs pos="70000">
                <a:srgbClr val="FAB753">
                  <a:alpha val="60000"/>
                </a:srgbClr>
              </a:gs>
              <a:gs pos="100000">
                <a:srgbClr val="000000">
                  <a:alpha val="0"/>
                </a:srgbClr>
              </a:gs>
            </a:gsLst>
            <a:lin ang="0" scaled="1"/>
          </a:gradFill>
          <a:ln/>
        </p:spPr>
        <p:txBody>
          <a:bodyPr wrap="none" rtlCol="0" anchor="t"/>
          <a:lstStyle/>
          <a:p>
            <a:endParaRPr lang="en-US" sz="2400"/>
          </a:p>
        </p:txBody>
      </p:sp>
      <p:pic>
        <p:nvPicPr>
          <p:cNvPr id="14" name="Picture 13">
            <a:extLst>
              <a:ext uri="{FF2B5EF4-FFF2-40B4-BE49-F238E27FC236}">
                <a16:creationId xmlns:a16="http://schemas.microsoft.com/office/drawing/2014/main" id="{E3F00BDF-A22A-92E6-20D7-10B4478873EF}"/>
              </a:ext>
            </a:extLst>
          </p:cNvPr>
          <p:cNvPicPr>
            <a:picLocks noChangeAspect="1"/>
          </p:cNvPicPr>
          <p:nvPr/>
        </p:nvPicPr>
        <p:blipFill>
          <a:blip r:embed="rId3"/>
          <a:stretch>
            <a:fillRect/>
          </a:stretch>
        </p:blipFill>
        <p:spPr>
          <a:xfrm>
            <a:off x="5093906" y="3569098"/>
            <a:ext cx="1812527" cy="181252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4189</TotalTime>
  <Words>858</Words>
  <Application>Microsoft Macintosh PowerPoint</Application>
  <PresentationFormat>Widescreen</PresentationFormat>
  <Paragraphs>152</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Centerstone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Hire Group Weekly Rotation - Card Layer Template</dc:title>
  <dc:subject>New Hire Group Weekly Rotation</dc:subject>
  <dc:creator>OpenAI</dc:creator>
  <cp:lastModifiedBy>Topher Fuqua</cp:lastModifiedBy>
  <cp:revision>10</cp:revision>
  <dcterms:created xsi:type="dcterms:W3CDTF">2026-07-04T03:56:37Z</dcterms:created>
  <dcterms:modified xsi:type="dcterms:W3CDTF">2026-07-08T01:04:42Z</dcterms:modified>
</cp:coreProperties>
</file>